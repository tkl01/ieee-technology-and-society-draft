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856602-A312-040C-1DAF-3B5C46A972E1}" v="145" dt="2025-09-07T16:08:54.516"/>
    <p1510:client id="{865CE8F9-579F-60DC-39B0-59E5B904C3C1}" v="4" dt="2025-09-07T02:31:05.826"/>
    <p1510:client id="{E9A1744F-2F89-B750-AD93-BE9555AD5AC9}" v="286" dt="2025-09-07T01:59:37.7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90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, Trung Kien" userId="S::uas0015624@stud.fra-uas.de::a9b9c998-5aab-4e89-af6d-d527f5f74042" providerId="AD" clId="Web-{E9A1744F-2F89-B750-AD93-BE9555AD5AC9}"/>
    <pc:docChg chg="addSld modSld">
      <pc:chgData name="La, Trung Kien" userId="S::uas0015624@stud.fra-uas.de::a9b9c998-5aab-4e89-af6d-d527f5f74042" providerId="AD" clId="Web-{E9A1744F-2F89-B750-AD93-BE9555AD5AC9}" dt="2025-09-07T01:59:37.761" v="195" actId="1076"/>
      <pc:docMkLst>
        <pc:docMk/>
      </pc:docMkLst>
      <pc:sldChg chg="addSp delSp modSp new">
        <pc:chgData name="La, Trung Kien" userId="S::uas0015624@stud.fra-uas.de::a9b9c998-5aab-4e89-af6d-d527f5f74042" providerId="AD" clId="Web-{E9A1744F-2F89-B750-AD93-BE9555AD5AC9}" dt="2025-09-07T01:59:37.761" v="195" actId="1076"/>
        <pc:sldMkLst>
          <pc:docMk/>
          <pc:sldMk cId="1767383390" sldId="258"/>
        </pc:sldMkLst>
        <pc:spChg chg="del">
          <ac:chgData name="La, Trung Kien" userId="S::uas0015624@stud.fra-uas.de::a9b9c998-5aab-4e89-af6d-d527f5f74042" providerId="AD" clId="Web-{E9A1744F-2F89-B750-AD93-BE9555AD5AC9}" dt="2025-09-07T01:46:40.406" v="1"/>
          <ac:spMkLst>
            <pc:docMk/>
            <pc:sldMk cId="1767383390" sldId="258"/>
            <ac:spMk id="2" creationId="{F2590B9D-7AB2-E1E9-1666-255EF97DC019}"/>
          </ac:spMkLst>
        </pc:spChg>
        <pc:spChg chg="del">
          <ac:chgData name="La, Trung Kien" userId="S::uas0015624@stud.fra-uas.de::a9b9c998-5aab-4e89-af6d-d527f5f74042" providerId="AD" clId="Web-{E9A1744F-2F89-B750-AD93-BE9555AD5AC9}" dt="2025-09-07T01:46:46.453" v="2"/>
          <ac:spMkLst>
            <pc:docMk/>
            <pc:sldMk cId="1767383390" sldId="258"/>
            <ac:spMk id="3" creationId="{124B667D-4A18-54CB-86E2-571559A9CB98}"/>
          </ac:spMkLst>
        </pc:spChg>
        <pc:spChg chg="add mod">
          <ac:chgData name="La, Trung Kien" userId="S::uas0015624@stud.fra-uas.de::a9b9c998-5aab-4e89-af6d-d527f5f74042" providerId="AD" clId="Web-{E9A1744F-2F89-B750-AD93-BE9555AD5AC9}" dt="2025-09-07T01:57:23.493" v="166" actId="20577"/>
          <ac:spMkLst>
            <pc:docMk/>
            <pc:sldMk cId="1767383390" sldId="258"/>
            <ac:spMk id="9" creationId="{381A3CF9-FE27-8B94-277D-DE2AE7134E96}"/>
          </ac:spMkLst>
        </pc:spChg>
        <pc:spChg chg="add del">
          <ac:chgData name="La, Trung Kien" userId="S::uas0015624@stud.fra-uas.de::a9b9c998-5aab-4e89-af6d-d527f5f74042" providerId="AD" clId="Web-{E9A1744F-2F89-B750-AD93-BE9555AD5AC9}" dt="2025-09-07T01:48:35.940" v="21"/>
          <ac:spMkLst>
            <pc:docMk/>
            <pc:sldMk cId="1767383390" sldId="258"/>
            <ac:spMk id="16" creationId="{B56C0CCD-3A62-136F-1585-CA3019903155}"/>
          </ac:spMkLst>
        </pc:spChg>
        <pc:spChg chg="add mod">
          <ac:chgData name="La, Trung Kien" userId="S::uas0015624@stud.fra-uas.de::a9b9c998-5aab-4e89-af6d-d527f5f74042" providerId="AD" clId="Web-{E9A1744F-2F89-B750-AD93-BE9555AD5AC9}" dt="2025-09-07T01:56:51.133" v="158" actId="1076"/>
          <ac:spMkLst>
            <pc:docMk/>
            <pc:sldMk cId="1767383390" sldId="258"/>
            <ac:spMk id="17" creationId="{B7A4A897-855A-9DBA-8742-BE3EB5B74F03}"/>
          </ac:spMkLst>
        </pc:spChg>
        <pc:spChg chg="add mod">
          <ac:chgData name="La, Trung Kien" userId="S::uas0015624@stud.fra-uas.de::a9b9c998-5aab-4e89-af6d-d527f5f74042" providerId="AD" clId="Web-{E9A1744F-2F89-B750-AD93-BE9555AD5AC9}" dt="2025-09-07T01:59:30.042" v="193" actId="20577"/>
          <ac:spMkLst>
            <pc:docMk/>
            <pc:sldMk cId="1767383390" sldId="258"/>
            <ac:spMk id="22" creationId="{81967AF1-99CC-3BE9-89D3-61CE12295646}"/>
          </ac:spMkLst>
        </pc:spChg>
        <pc:spChg chg="add mod">
          <ac:chgData name="La, Trung Kien" userId="S::uas0015624@stud.fra-uas.de::a9b9c998-5aab-4e89-af6d-d527f5f74042" providerId="AD" clId="Web-{E9A1744F-2F89-B750-AD93-BE9555AD5AC9}" dt="2025-09-07T01:59:37.761" v="195" actId="1076"/>
          <ac:spMkLst>
            <pc:docMk/>
            <pc:sldMk cId="1767383390" sldId="258"/>
            <ac:spMk id="23" creationId="{3C103913-A39F-A0C4-A0F9-F335E68D9E44}"/>
          </ac:spMkLst>
        </pc:spChg>
        <pc:picChg chg="add mod">
          <ac:chgData name="La, Trung Kien" userId="S::uas0015624@stud.fra-uas.de::a9b9c998-5aab-4e89-af6d-d527f5f74042" providerId="AD" clId="Web-{E9A1744F-2F89-B750-AD93-BE9555AD5AC9}" dt="2025-09-07T01:56:38.553" v="152" actId="1076"/>
          <ac:picMkLst>
            <pc:docMk/>
            <pc:sldMk cId="1767383390" sldId="258"/>
            <ac:picMk id="5" creationId="{94BFCD49-D30F-578E-203B-E4A39A489E11}"/>
          </ac:picMkLst>
        </pc:picChg>
        <pc:picChg chg="add mod">
          <ac:chgData name="La, Trung Kien" userId="S::uas0015624@stud.fra-uas.de::a9b9c998-5aab-4e89-af6d-d527f5f74042" providerId="AD" clId="Web-{E9A1744F-2F89-B750-AD93-BE9555AD5AC9}" dt="2025-09-07T01:56:38.553" v="151" actId="1076"/>
          <ac:picMkLst>
            <pc:docMk/>
            <pc:sldMk cId="1767383390" sldId="258"/>
            <ac:picMk id="7" creationId="{2F63802A-451A-22B8-3E50-1BDA748F55E6}"/>
          </ac:picMkLst>
        </pc:picChg>
        <pc:picChg chg="add mod">
          <ac:chgData name="La, Trung Kien" userId="S::uas0015624@stud.fra-uas.de::a9b9c998-5aab-4e89-af6d-d527f5f74042" providerId="AD" clId="Web-{E9A1744F-2F89-B750-AD93-BE9555AD5AC9}" dt="2025-09-07T01:56:48.227" v="157" actId="1076"/>
          <ac:picMkLst>
            <pc:docMk/>
            <pc:sldMk cId="1767383390" sldId="258"/>
            <ac:picMk id="10" creationId="{3BBEA6F8-F2D0-44CB-8227-0FCCCCFA69BE}"/>
          </ac:picMkLst>
        </pc:picChg>
        <pc:picChg chg="add del">
          <ac:chgData name="La, Trung Kien" userId="S::uas0015624@stud.fra-uas.de::a9b9c998-5aab-4e89-af6d-d527f5f74042" providerId="AD" clId="Web-{E9A1744F-2F89-B750-AD93-BE9555AD5AC9}" dt="2025-09-07T01:48:35.940" v="23"/>
          <ac:picMkLst>
            <pc:docMk/>
            <pc:sldMk cId="1767383390" sldId="258"/>
            <ac:picMk id="12" creationId="{4E87C63F-9FFE-7DD4-F4AA-2D146A2ABD0F}"/>
          </ac:picMkLst>
        </pc:picChg>
        <pc:picChg chg="add del">
          <ac:chgData name="La, Trung Kien" userId="S::uas0015624@stud.fra-uas.de::a9b9c998-5aab-4e89-af6d-d527f5f74042" providerId="AD" clId="Web-{E9A1744F-2F89-B750-AD93-BE9555AD5AC9}" dt="2025-09-07T01:48:35.940" v="22"/>
          <ac:picMkLst>
            <pc:docMk/>
            <pc:sldMk cId="1767383390" sldId="258"/>
            <ac:picMk id="14" creationId="{D699C07A-DB92-3137-0951-3291744FA201}"/>
          </ac:picMkLst>
        </pc:picChg>
        <pc:cxnChg chg="add del">
          <ac:chgData name="La, Trung Kien" userId="S::uas0015624@stud.fra-uas.de::a9b9c998-5aab-4e89-af6d-d527f5f74042" providerId="AD" clId="Web-{E9A1744F-2F89-B750-AD93-BE9555AD5AC9}" dt="2025-09-07T01:51:22.707" v="65"/>
          <ac:cxnSpMkLst>
            <pc:docMk/>
            <pc:sldMk cId="1767383390" sldId="258"/>
            <ac:cxnSpMk id="18" creationId="{E3ADA8FF-97CC-B39D-ECF7-9B1A52BB58FB}"/>
          </ac:cxnSpMkLst>
        </pc:cxnChg>
        <pc:cxnChg chg="add mod">
          <ac:chgData name="La, Trung Kien" userId="S::uas0015624@stud.fra-uas.de::a9b9c998-5aab-4e89-af6d-d527f5f74042" providerId="AD" clId="Web-{E9A1744F-2F89-B750-AD93-BE9555AD5AC9}" dt="2025-09-07T01:56:55.977" v="159" actId="14100"/>
          <ac:cxnSpMkLst>
            <pc:docMk/>
            <pc:sldMk cId="1767383390" sldId="258"/>
            <ac:cxnSpMk id="19" creationId="{AE809F24-EECA-14CE-4B08-E502BBFBC05E}"/>
          </ac:cxnSpMkLst>
        </pc:cxnChg>
        <pc:cxnChg chg="add del mod">
          <ac:chgData name="La, Trung Kien" userId="S::uas0015624@stud.fra-uas.de::a9b9c998-5aab-4e89-af6d-d527f5f74042" providerId="AD" clId="Web-{E9A1744F-2F89-B750-AD93-BE9555AD5AC9}" dt="2025-09-07T01:52:42.521" v="73"/>
          <ac:cxnSpMkLst>
            <pc:docMk/>
            <pc:sldMk cId="1767383390" sldId="258"/>
            <ac:cxnSpMk id="20" creationId="{FD78349D-FAC7-8CB5-BC2B-E50F52EE81D1}"/>
          </ac:cxnSpMkLst>
        </pc:cxnChg>
        <pc:cxnChg chg="add mod">
          <ac:chgData name="La, Trung Kien" userId="S::uas0015624@stud.fra-uas.de::a9b9c998-5aab-4e89-af6d-d527f5f74042" providerId="AD" clId="Web-{E9A1744F-2F89-B750-AD93-BE9555AD5AC9}" dt="2025-09-07T01:57:04.165" v="160" actId="14100"/>
          <ac:cxnSpMkLst>
            <pc:docMk/>
            <pc:sldMk cId="1767383390" sldId="258"/>
            <ac:cxnSpMk id="21" creationId="{0A73008F-098C-7CCB-F1D4-C49D957D22F2}"/>
          </ac:cxnSpMkLst>
        </pc:cxnChg>
      </pc:sldChg>
    </pc:docChg>
  </pc:docChgLst>
  <pc:docChgLst>
    <pc:chgData name="La, Trung Kien" userId="S::uas0015624@stud.fra-uas.de::a9b9c998-5aab-4e89-af6d-d527f5f74042" providerId="AD" clId="Web-{A6812F45-1399-30A1-BFA6-FE93DA4B1B5A}"/>
    <pc:docChg chg="modSld">
      <pc:chgData name="La, Trung Kien" userId="S::uas0015624@stud.fra-uas.de::a9b9c998-5aab-4e89-af6d-d527f5f74042" providerId="AD" clId="Web-{A6812F45-1399-30A1-BFA6-FE93DA4B1B5A}" dt="2025-08-19T16:00:15.568" v="33" actId="1076"/>
      <pc:docMkLst>
        <pc:docMk/>
      </pc:docMkLst>
      <pc:sldChg chg="modSp">
        <pc:chgData name="La, Trung Kien" userId="S::uas0015624@stud.fra-uas.de::a9b9c998-5aab-4e89-af6d-d527f5f74042" providerId="AD" clId="Web-{A6812F45-1399-30A1-BFA6-FE93DA4B1B5A}" dt="2025-08-19T16:00:15.568" v="33" actId="1076"/>
        <pc:sldMkLst>
          <pc:docMk/>
          <pc:sldMk cId="123882738" sldId="257"/>
        </pc:sldMkLst>
        <pc:spChg chg="mod">
          <ac:chgData name="La, Trung Kien" userId="S::uas0015624@stud.fra-uas.de::a9b9c998-5aab-4e89-af6d-d527f5f74042" providerId="AD" clId="Web-{A6812F45-1399-30A1-BFA6-FE93DA4B1B5A}" dt="2025-08-19T15:59:18.003" v="23" actId="14100"/>
          <ac:spMkLst>
            <pc:docMk/>
            <pc:sldMk cId="123882738" sldId="257"/>
            <ac:spMk id="90" creationId="{43E92C48-8564-31B5-0335-EBECF33D63F6}"/>
          </ac:spMkLst>
        </pc:spChg>
        <pc:spChg chg="mod">
          <ac:chgData name="La, Trung Kien" userId="S::uas0015624@stud.fra-uas.de::a9b9c998-5aab-4e89-af6d-d527f5f74042" providerId="AD" clId="Web-{A6812F45-1399-30A1-BFA6-FE93DA4B1B5A}" dt="2025-08-19T15:59:03.253" v="22" actId="1076"/>
          <ac:spMkLst>
            <pc:docMk/>
            <pc:sldMk cId="123882738" sldId="257"/>
            <ac:spMk id="91" creationId="{909688B7-C360-3570-7533-7A72C0EAFCCD}"/>
          </ac:spMkLst>
        </pc:spChg>
        <pc:spChg chg="mod">
          <ac:chgData name="La, Trung Kien" userId="S::uas0015624@stud.fra-uas.de::a9b9c998-5aab-4e89-af6d-d527f5f74042" providerId="AD" clId="Web-{A6812F45-1399-30A1-BFA6-FE93DA4B1B5A}" dt="2025-08-19T16:00:15.568" v="33" actId="1076"/>
          <ac:spMkLst>
            <pc:docMk/>
            <pc:sldMk cId="123882738" sldId="257"/>
            <ac:spMk id="92" creationId="{1A1A7B47-996D-BC4D-1186-9421F41CCE70}"/>
          </ac:spMkLst>
        </pc:spChg>
        <pc:grpChg chg="mod">
          <ac:chgData name="La, Trung Kien" userId="S::uas0015624@stud.fra-uas.de::a9b9c998-5aab-4e89-af6d-d527f5f74042" providerId="AD" clId="Web-{A6812F45-1399-30A1-BFA6-FE93DA4B1B5A}" dt="2025-08-19T15:58:07.189" v="0" actId="1076"/>
          <ac:grpSpMkLst>
            <pc:docMk/>
            <pc:sldMk cId="123882738" sldId="257"/>
            <ac:grpSpMk id="104" creationId="{56DE8767-6B4C-A067-2937-C26BDC6F08A9}"/>
          </ac:grpSpMkLst>
        </pc:grpChg>
      </pc:sldChg>
    </pc:docChg>
  </pc:docChgLst>
  <pc:docChgLst>
    <pc:chgData name="La, Trung Kien" userId="S::uas0015624@stud.fra-uas.de::a9b9c998-5aab-4e89-af6d-d527f5f74042" providerId="AD" clId="Web-{865CE8F9-579F-60DC-39B0-59E5B904C3C1}"/>
    <pc:docChg chg="modSld">
      <pc:chgData name="La, Trung Kien" userId="S::uas0015624@stud.fra-uas.de::a9b9c998-5aab-4e89-af6d-d527f5f74042" providerId="AD" clId="Web-{865CE8F9-579F-60DC-39B0-59E5B904C3C1}" dt="2025-09-07T02:31:05.826" v="1" actId="20577"/>
      <pc:docMkLst>
        <pc:docMk/>
      </pc:docMkLst>
      <pc:sldChg chg="modSp">
        <pc:chgData name="La, Trung Kien" userId="S::uas0015624@stud.fra-uas.de::a9b9c998-5aab-4e89-af6d-d527f5f74042" providerId="AD" clId="Web-{865CE8F9-579F-60DC-39B0-59E5B904C3C1}" dt="2025-09-07T02:31:05.826" v="1" actId="20577"/>
        <pc:sldMkLst>
          <pc:docMk/>
          <pc:sldMk cId="1767383390" sldId="258"/>
        </pc:sldMkLst>
        <pc:spChg chg="mod">
          <ac:chgData name="La, Trung Kien" userId="S::uas0015624@stud.fra-uas.de::a9b9c998-5aab-4e89-af6d-d527f5f74042" providerId="AD" clId="Web-{865CE8F9-579F-60DC-39B0-59E5B904C3C1}" dt="2025-09-07T02:31:05.826" v="1" actId="20577"/>
          <ac:spMkLst>
            <pc:docMk/>
            <pc:sldMk cId="1767383390" sldId="258"/>
            <ac:spMk id="17" creationId="{B7A4A897-855A-9DBA-8742-BE3EB5B74F03}"/>
          </ac:spMkLst>
        </pc:spChg>
      </pc:sldChg>
    </pc:docChg>
  </pc:docChgLst>
  <pc:docChgLst>
    <pc:chgData name="La, Trung Kien" userId="S::uas0015624@stud.fra-uas.de::a9b9c998-5aab-4e89-af6d-d527f5f74042" providerId="AD" clId="Web-{36B9D7BF-A3C4-2D06-B79E-FA883EA0434D}"/>
    <pc:docChg chg="addSld delSld modSld">
      <pc:chgData name="La, Trung Kien" userId="S::uas0015624@stud.fra-uas.de::a9b9c998-5aab-4e89-af6d-d527f5f74042" providerId="AD" clId="Web-{36B9D7BF-A3C4-2D06-B79E-FA883EA0434D}" dt="2025-08-19T15:51:48.926" v="866" actId="1076"/>
      <pc:docMkLst>
        <pc:docMk/>
      </pc:docMkLst>
      <pc:sldChg chg="addSp delSp modSp del">
        <pc:chgData name="La, Trung Kien" userId="S::uas0015624@stud.fra-uas.de::a9b9c998-5aab-4e89-af6d-d527f5f74042" providerId="AD" clId="Web-{36B9D7BF-A3C4-2D06-B79E-FA883EA0434D}" dt="2025-08-19T14:37:19.212" v="227"/>
        <pc:sldMkLst>
          <pc:docMk/>
          <pc:sldMk cId="109857222" sldId="256"/>
        </pc:sldMkLst>
      </pc:sldChg>
      <pc:sldChg chg="addSp delSp modSp add replId">
        <pc:chgData name="La, Trung Kien" userId="S::uas0015624@stud.fra-uas.de::a9b9c998-5aab-4e89-af6d-d527f5f74042" providerId="AD" clId="Web-{36B9D7BF-A3C4-2D06-B79E-FA883EA0434D}" dt="2025-08-19T15:51:48.926" v="866" actId="1076"/>
        <pc:sldMkLst>
          <pc:docMk/>
          <pc:sldMk cId="123882738" sldId="257"/>
        </pc:sldMkLst>
        <pc:spChg chg="add mod">
          <ac:chgData name="La, Trung Kien" userId="S::uas0015624@stud.fra-uas.de::a9b9c998-5aab-4e89-af6d-d527f5f74042" providerId="AD" clId="Web-{36B9D7BF-A3C4-2D06-B79E-FA883EA0434D}" dt="2025-08-19T15:18:37.415" v="551" actId="14100"/>
          <ac:spMkLst>
            <pc:docMk/>
            <pc:sldMk cId="123882738" sldId="257"/>
            <ac:spMk id="9" creationId="{55C2815F-D923-45F3-AA79-AD7ED4E1787F}"/>
          </ac:spMkLst>
        </pc:spChg>
        <pc:spChg chg="add mod">
          <ac:chgData name="La, Trung Kien" userId="S::uas0015624@stud.fra-uas.de::a9b9c998-5aab-4e89-af6d-d527f5f74042" providerId="AD" clId="Web-{36B9D7BF-A3C4-2D06-B79E-FA883EA0434D}" dt="2025-08-19T14:19:34.766" v="128"/>
          <ac:spMkLst>
            <pc:docMk/>
            <pc:sldMk cId="123882738" sldId="257"/>
            <ac:spMk id="22" creationId="{AB0926FE-90BA-8393-3470-172E62CE252E}"/>
          </ac:spMkLst>
        </pc:spChg>
        <pc:spChg chg="add mod">
          <ac:chgData name="La, Trung Kien" userId="S::uas0015624@stud.fra-uas.de::a9b9c998-5aab-4e89-af6d-d527f5f74042" providerId="AD" clId="Web-{36B9D7BF-A3C4-2D06-B79E-FA883EA0434D}" dt="2025-08-19T14:44:25.635" v="288" actId="1076"/>
          <ac:spMkLst>
            <pc:docMk/>
            <pc:sldMk cId="123882738" sldId="257"/>
            <ac:spMk id="23" creationId="{5BA1D624-08CF-56B9-278E-F1C35BDAD701}"/>
          </ac:spMkLst>
        </pc:spChg>
        <pc:spChg chg="add mod">
          <ac:chgData name="La, Trung Kien" userId="S::uas0015624@stud.fra-uas.de::a9b9c998-5aab-4e89-af6d-d527f5f74042" providerId="AD" clId="Web-{36B9D7BF-A3C4-2D06-B79E-FA883EA0434D}" dt="2025-08-19T14:20:25.315" v="136" actId="1076"/>
          <ac:spMkLst>
            <pc:docMk/>
            <pc:sldMk cId="123882738" sldId="257"/>
            <ac:spMk id="24" creationId="{A5F74D18-F226-5415-2C02-3F075573DB39}"/>
          </ac:spMkLst>
        </pc:spChg>
        <pc:spChg chg="add mod">
          <ac:chgData name="La, Trung Kien" userId="S::uas0015624@stud.fra-uas.de::a9b9c998-5aab-4e89-af6d-d527f5f74042" providerId="AD" clId="Web-{36B9D7BF-A3C4-2D06-B79E-FA883EA0434D}" dt="2025-08-19T14:41:28.705" v="267" actId="14100"/>
          <ac:spMkLst>
            <pc:docMk/>
            <pc:sldMk cId="123882738" sldId="257"/>
            <ac:spMk id="49" creationId="{EB2C8488-D166-BBC5-C84A-1535293BF4BE}"/>
          </ac:spMkLst>
        </pc:spChg>
        <pc:spChg chg="add mod ord">
          <ac:chgData name="La, Trung Kien" userId="S::uas0015624@stud.fra-uas.de::a9b9c998-5aab-4e89-af6d-d527f5f74042" providerId="AD" clId="Web-{36B9D7BF-A3C4-2D06-B79E-FA883EA0434D}" dt="2025-08-19T14:41:18.626" v="264" actId="1076"/>
          <ac:spMkLst>
            <pc:docMk/>
            <pc:sldMk cId="123882738" sldId="257"/>
            <ac:spMk id="50" creationId="{CE5D21E9-9BEE-FFCC-E96A-FC20AA9F69EA}"/>
          </ac:spMkLst>
        </pc:spChg>
        <pc:spChg chg="add mod">
          <ac:chgData name="La, Trung Kien" userId="S::uas0015624@stud.fra-uas.de::a9b9c998-5aab-4e89-af6d-d527f5f74042" providerId="AD" clId="Web-{36B9D7BF-A3C4-2D06-B79E-FA883EA0434D}" dt="2025-08-19T15:18:37.415" v="531" actId="14100"/>
          <ac:spMkLst>
            <pc:docMk/>
            <pc:sldMk cId="123882738" sldId="257"/>
            <ac:spMk id="81" creationId="{45BF3B17-B503-98F3-95F1-8D7284439320}"/>
          </ac:spMkLst>
        </pc:spChg>
        <pc:spChg chg="add mod">
          <ac:chgData name="La, Trung Kien" userId="S::uas0015624@stud.fra-uas.de::a9b9c998-5aab-4e89-af6d-d527f5f74042" providerId="AD" clId="Web-{36B9D7BF-A3C4-2D06-B79E-FA883EA0434D}" dt="2025-08-19T15:35:26.374" v="838" actId="20577"/>
          <ac:spMkLst>
            <pc:docMk/>
            <pc:sldMk cId="123882738" sldId="257"/>
            <ac:spMk id="85" creationId="{B2863921-4AD7-2187-5169-B52887C5BB7C}"/>
          </ac:spMkLst>
        </pc:spChg>
        <pc:spChg chg="add mod">
          <ac:chgData name="La, Trung Kien" userId="S::uas0015624@stud.fra-uas.de::a9b9c998-5aab-4e89-af6d-d527f5f74042" providerId="AD" clId="Web-{36B9D7BF-A3C4-2D06-B79E-FA883EA0434D}" dt="2025-08-19T15:20:55.342" v="591" actId="1076"/>
          <ac:spMkLst>
            <pc:docMk/>
            <pc:sldMk cId="123882738" sldId="257"/>
            <ac:spMk id="86" creationId="{C2D1C9D3-15D1-E5B4-37C9-DC88D0B7A2ED}"/>
          </ac:spMkLst>
        </pc:spChg>
        <pc:spChg chg="add mod">
          <ac:chgData name="La, Trung Kien" userId="S::uas0015624@stud.fra-uas.de::a9b9c998-5aab-4e89-af6d-d527f5f74042" providerId="AD" clId="Web-{36B9D7BF-A3C4-2D06-B79E-FA883EA0434D}" dt="2025-08-19T15:24:22.506" v="670" actId="1076"/>
          <ac:spMkLst>
            <pc:docMk/>
            <pc:sldMk cId="123882738" sldId="257"/>
            <ac:spMk id="87" creationId="{C9B53C97-180A-796F-2F52-ED95379D62A1}"/>
          </ac:spMkLst>
        </pc:spChg>
        <pc:spChg chg="add mod">
          <ac:chgData name="La, Trung Kien" userId="S::uas0015624@stud.fra-uas.de::a9b9c998-5aab-4e89-af6d-d527f5f74042" providerId="AD" clId="Web-{36B9D7BF-A3C4-2D06-B79E-FA883EA0434D}" dt="2025-08-19T15:23:33.520" v="653" actId="1076"/>
          <ac:spMkLst>
            <pc:docMk/>
            <pc:sldMk cId="123882738" sldId="257"/>
            <ac:spMk id="88" creationId="{0D033B80-A98E-A10E-1ED3-ABD94CBE6344}"/>
          </ac:spMkLst>
        </pc:spChg>
        <pc:spChg chg="add mod">
          <ac:chgData name="La, Trung Kien" userId="S::uas0015624@stud.fra-uas.de::a9b9c998-5aab-4e89-af6d-d527f5f74042" providerId="AD" clId="Web-{36B9D7BF-A3C4-2D06-B79E-FA883EA0434D}" dt="2025-08-19T15:51:19.643" v="858" actId="14100"/>
          <ac:spMkLst>
            <pc:docMk/>
            <pc:sldMk cId="123882738" sldId="257"/>
            <ac:spMk id="89" creationId="{7CC47AA3-C404-D285-27D1-8CF8B1ECE79E}"/>
          </ac:spMkLst>
        </pc:spChg>
        <pc:spChg chg="add mod">
          <ac:chgData name="La, Trung Kien" userId="S::uas0015624@stud.fra-uas.de::a9b9c998-5aab-4e89-af6d-d527f5f74042" providerId="AD" clId="Web-{36B9D7BF-A3C4-2D06-B79E-FA883EA0434D}" dt="2025-08-19T15:22:03.001" v="612" actId="1076"/>
          <ac:spMkLst>
            <pc:docMk/>
            <pc:sldMk cId="123882738" sldId="257"/>
            <ac:spMk id="90" creationId="{43E92C48-8564-31B5-0335-EBECF33D63F6}"/>
          </ac:spMkLst>
        </pc:spChg>
        <pc:spChg chg="add mod">
          <ac:chgData name="La, Trung Kien" userId="S::uas0015624@stud.fra-uas.de::a9b9c998-5aab-4e89-af6d-d527f5f74042" providerId="AD" clId="Web-{36B9D7BF-A3C4-2D06-B79E-FA883EA0434D}" dt="2025-08-19T15:22:35.299" v="624" actId="20577"/>
          <ac:spMkLst>
            <pc:docMk/>
            <pc:sldMk cId="123882738" sldId="257"/>
            <ac:spMk id="91" creationId="{909688B7-C360-3570-7533-7A72C0EAFCCD}"/>
          </ac:spMkLst>
        </pc:spChg>
        <pc:spChg chg="add mod">
          <ac:chgData name="La, Trung Kien" userId="S::uas0015624@stud.fra-uas.de::a9b9c998-5aab-4e89-af6d-d527f5f74042" providerId="AD" clId="Web-{36B9D7BF-A3C4-2D06-B79E-FA883EA0434D}" dt="2025-08-19T15:26:26.119" v="735" actId="1076"/>
          <ac:spMkLst>
            <pc:docMk/>
            <pc:sldMk cId="123882738" sldId="257"/>
            <ac:spMk id="92" creationId="{1A1A7B47-996D-BC4D-1186-9421F41CCE70}"/>
          </ac:spMkLst>
        </pc:spChg>
        <pc:spChg chg="add mod">
          <ac:chgData name="La, Trung Kien" userId="S::uas0015624@stud.fra-uas.de::a9b9c998-5aab-4e89-af6d-d527f5f74042" providerId="AD" clId="Web-{36B9D7BF-A3C4-2D06-B79E-FA883EA0434D}" dt="2025-08-19T15:25:55.634" v="720" actId="1076"/>
          <ac:spMkLst>
            <pc:docMk/>
            <pc:sldMk cId="123882738" sldId="257"/>
            <ac:spMk id="93" creationId="{4F2A7021-AEA3-7AEA-4167-381E6FC76CD2}"/>
          </ac:spMkLst>
        </pc:spChg>
        <pc:spChg chg="add mod">
          <ac:chgData name="La, Trung Kien" userId="S::uas0015624@stud.fra-uas.de::a9b9c998-5aab-4e89-af6d-d527f5f74042" providerId="AD" clId="Web-{36B9D7BF-A3C4-2D06-B79E-FA883EA0434D}" dt="2025-08-19T15:23:16.925" v="650" actId="1076"/>
          <ac:spMkLst>
            <pc:docMk/>
            <pc:sldMk cId="123882738" sldId="257"/>
            <ac:spMk id="94" creationId="{5FE6F015-A2C7-08F0-266F-947DB982543A}"/>
          </ac:spMkLst>
        </pc:spChg>
        <pc:spChg chg="add mod">
          <ac:chgData name="La, Trung Kien" userId="S::uas0015624@stud.fra-uas.de::a9b9c998-5aab-4e89-af6d-d527f5f74042" providerId="AD" clId="Web-{36B9D7BF-A3C4-2D06-B79E-FA883EA0434D}" dt="2025-08-19T15:35:34.484" v="840" actId="20577"/>
          <ac:spMkLst>
            <pc:docMk/>
            <pc:sldMk cId="123882738" sldId="257"/>
            <ac:spMk id="97" creationId="{2B2640E2-C560-3097-8961-39CA5284DF27}"/>
          </ac:spMkLst>
        </pc:spChg>
        <pc:spChg chg="add mod">
          <ac:chgData name="La, Trung Kien" userId="S::uas0015624@stud.fra-uas.de::a9b9c998-5aab-4e89-af6d-d527f5f74042" providerId="AD" clId="Web-{36B9D7BF-A3C4-2D06-B79E-FA883EA0434D}" dt="2025-08-19T15:35:39.609" v="842" actId="20577"/>
          <ac:spMkLst>
            <pc:docMk/>
            <pc:sldMk cId="123882738" sldId="257"/>
            <ac:spMk id="99" creationId="{EB14C677-4EEC-3E45-C879-C171B7FAF17A}"/>
          </ac:spMkLst>
        </pc:spChg>
        <pc:spChg chg="add mod">
          <ac:chgData name="La, Trung Kien" userId="S::uas0015624@stud.fra-uas.de::a9b9c998-5aab-4e89-af6d-d527f5f74042" providerId="AD" clId="Web-{36B9D7BF-A3C4-2D06-B79E-FA883EA0434D}" dt="2025-08-19T15:51:36.207" v="865" actId="20577"/>
          <ac:spMkLst>
            <pc:docMk/>
            <pc:sldMk cId="123882738" sldId="257"/>
            <ac:spMk id="101" creationId="{AD88901A-6F3E-9D42-700E-AC7F0D8FECB6}"/>
          </ac:spMkLst>
        </pc:spChg>
        <pc:spChg chg="add mod ord">
          <ac:chgData name="La, Trung Kien" userId="S::uas0015624@stud.fra-uas.de::a9b9c998-5aab-4e89-af6d-d527f5f74042" providerId="AD" clId="Web-{36B9D7BF-A3C4-2D06-B79E-FA883EA0434D}" dt="2025-08-19T15:34:20.559" v="827" actId="14100"/>
          <ac:spMkLst>
            <pc:docMk/>
            <pc:sldMk cId="123882738" sldId="257"/>
            <ac:spMk id="102" creationId="{8779E75E-CE2B-64CD-FEA6-E6586EBDD975}"/>
          </ac:spMkLst>
        </pc:spChg>
        <pc:spChg chg="add mod">
          <ac:chgData name="La, Trung Kien" userId="S::uas0015624@stud.fra-uas.de::a9b9c998-5aab-4e89-af6d-d527f5f74042" providerId="AD" clId="Web-{36B9D7BF-A3C4-2D06-B79E-FA883EA0434D}" dt="2025-08-19T15:35:07.029" v="836" actId="20577"/>
          <ac:spMkLst>
            <pc:docMk/>
            <pc:sldMk cId="123882738" sldId="257"/>
            <ac:spMk id="103" creationId="{BB884518-C736-E829-4178-CF9FF26239F7}"/>
          </ac:spMkLst>
        </pc:spChg>
        <pc:grpChg chg="add mod">
          <ac:chgData name="La, Trung Kien" userId="S::uas0015624@stud.fra-uas.de::a9b9c998-5aab-4e89-af6d-d527f5f74042" providerId="AD" clId="Web-{36B9D7BF-A3C4-2D06-B79E-FA883EA0434D}" dt="2025-08-19T15:18:37.415" v="545" actId="14100"/>
          <ac:grpSpMkLst>
            <pc:docMk/>
            <pc:sldMk cId="123882738" sldId="257"/>
            <ac:grpSpMk id="51" creationId="{8ADE4709-CC40-918E-C4F6-90B096817235}"/>
          </ac:grpSpMkLst>
        </pc:grpChg>
        <pc:grpChg chg="add mod">
          <ac:chgData name="La, Trung Kien" userId="S::uas0015624@stud.fra-uas.de::a9b9c998-5aab-4e89-af6d-d527f5f74042" providerId="AD" clId="Web-{36B9D7BF-A3C4-2D06-B79E-FA883EA0434D}" dt="2025-08-19T15:18:37.415" v="550" actId="14100"/>
          <ac:grpSpMkLst>
            <pc:docMk/>
            <pc:sldMk cId="123882738" sldId="257"/>
            <ac:grpSpMk id="54" creationId="{FAE5CC1B-718C-E9CB-AF16-24BC169332AD}"/>
          </ac:grpSpMkLst>
        </pc:grpChg>
        <pc:grpChg chg="add mod">
          <ac:chgData name="La, Trung Kien" userId="S::uas0015624@stud.fra-uas.de::a9b9c998-5aab-4e89-af6d-d527f5f74042" providerId="AD" clId="Web-{36B9D7BF-A3C4-2D06-B79E-FA883EA0434D}" dt="2025-08-19T15:51:48.926" v="866" actId="1076"/>
          <ac:grpSpMkLst>
            <pc:docMk/>
            <pc:sldMk cId="123882738" sldId="257"/>
            <ac:grpSpMk id="104" creationId="{56DE8767-6B4C-A067-2937-C26BDC6F08A9}"/>
          </ac:grpSpMkLst>
        </pc:grpChg>
        <pc:picChg chg="add del mod">
          <ac:chgData name="La, Trung Kien" userId="S::uas0015624@stud.fra-uas.de::a9b9c998-5aab-4e89-af6d-d527f5f74042" providerId="AD" clId="Web-{36B9D7BF-A3C4-2D06-B79E-FA883EA0434D}" dt="2025-08-19T15:36:38.252" v="846" actId="1076"/>
          <ac:picMkLst>
            <pc:docMk/>
            <pc:sldMk cId="123882738" sldId="257"/>
            <ac:picMk id="4" creationId="{AD83C555-DB44-EE36-DA58-02E53BA94F66}"/>
          </ac:picMkLst>
        </pc:picChg>
        <pc:picChg chg="mod">
          <ac:chgData name="La, Trung Kien" userId="S::uas0015624@stud.fra-uas.de::a9b9c998-5aab-4e89-af6d-d527f5f74042" providerId="AD" clId="Web-{36B9D7BF-A3C4-2D06-B79E-FA883EA0434D}" dt="2025-08-19T15:18:37.415" v="554" actId="14100"/>
          <ac:picMkLst>
            <pc:docMk/>
            <pc:sldMk cId="123882738" sldId="257"/>
            <ac:picMk id="10" creationId="{3DAF9981-2796-E6C3-5B8C-9626D9C9C4E7}"/>
          </ac:picMkLst>
        </pc:picChg>
        <pc:picChg chg="mod">
          <ac:chgData name="La, Trung Kien" userId="S::uas0015624@stud.fra-uas.de::a9b9c998-5aab-4e89-af6d-d527f5f74042" providerId="AD" clId="Web-{36B9D7BF-A3C4-2D06-B79E-FA883EA0434D}" dt="2025-08-19T15:18:37.415" v="553" actId="14100"/>
          <ac:picMkLst>
            <pc:docMk/>
            <pc:sldMk cId="123882738" sldId="257"/>
            <ac:picMk id="11" creationId="{AA310971-D5B1-B914-5F26-48099F63056E}"/>
          </ac:picMkLst>
        </pc:picChg>
        <pc:picChg chg="mod">
          <ac:chgData name="La, Trung Kien" userId="S::uas0015624@stud.fra-uas.de::a9b9c998-5aab-4e89-af6d-d527f5f74042" providerId="AD" clId="Web-{36B9D7BF-A3C4-2D06-B79E-FA883EA0434D}" dt="2025-08-19T15:18:37.415" v="552" actId="14100"/>
          <ac:picMkLst>
            <pc:docMk/>
            <pc:sldMk cId="123882738" sldId="257"/>
            <ac:picMk id="14" creationId="{79F503FB-4A52-1A9F-6CC9-C79CBBD9BF32}"/>
          </ac:picMkLst>
        </pc:picChg>
        <pc:picChg chg="add mod">
          <ac:chgData name="La, Trung Kien" userId="S::uas0015624@stud.fra-uas.de::a9b9c998-5aab-4e89-af6d-d527f5f74042" providerId="AD" clId="Web-{36B9D7BF-A3C4-2D06-B79E-FA883EA0434D}" dt="2025-08-19T15:18:37.415" v="549" actId="14100"/>
          <ac:picMkLst>
            <pc:docMk/>
            <pc:sldMk cId="123882738" sldId="257"/>
            <ac:picMk id="33" creationId="{301B0E33-85A0-7D49-39D6-6692EC3C9977}"/>
          </ac:picMkLst>
        </pc:picChg>
        <pc:picChg chg="add mod">
          <ac:chgData name="La, Trung Kien" userId="S::uas0015624@stud.fra-uas.de::a9b9c998-5aab-4e89-af6d-d527f5f74042" providerId="AD" clId="Web-{36B9D7BF-A3C4-2D06-B79E-FA883EA0434D}" dt="2025-08-19T15:18:37.415" v="548" actId="14100"/>
          <ac:picMkLst>
            <pc:docMk/>
            <pc:sldMk cId="123882738" sldId="257"/>
            <ac:picMk id="36" creationId="{B8A531CC-609B-4FED-5833-36B9FC3DCF60}"/>
          </ac:picMkLst>
        </pc:picChg>
        <pc:picChg chg="add mod">
          <ac:chgData name="La, Trung Kien" userId="S::uas0015624@stud.fra-uas.de::a9b9c998-5aab-4e89-af6d-d527f5f74042" providerId="AD" clId="Web-{36B9D7BF-A3C4-2D06-B79E-FA883EA0434D}" dt="2025-08-19T15:18:37.415" v="547" actId="14100"/>
          <ac:picMkLst>
            <pc:docMk/>
            <pc:sldMk cId="123882738" sldId="257"/>
            <ac:picMk id="37" creationId="{B5DE17DB-4DD4-066E-04F6-CCFD7B1942EF}"/>
          </ac:picMkLst>
        </pc:picChg>
        <pc:picChg chg="add mod">
          <ac:chgData name="La, Trung Kien" userId="S::uas0015624@stud.fra-uas.de::a9b9c998-5aab-4e89-af6d-d527f5f74042" providerId="AD" clId="Web-{36B9D7BF-A3C4-2D06-B79E-FA883EA0434D}" dt="2025-08-19T15:18:37.415" v="538" actId="14100"/>
          <ac:picMkLst>
            <pc:docMk/>
            <pc:sldMk cId="123882738" sldId="257"/>
            <ac:picMk id="72" creationId="{4072CEA9-0692-6817-5B1C-180EF110638E}"/>
          </ac:picMkLst>
        </pc:picChg>
        <pc:picChg chg="add mod">
          <ac:chgData name="La, Trung Kien" userId="S::uas0015624@stud.fra-uas.de::a9b9c998-5aab-4e89-af6d-d527f5f74042" providerId="AD" clId="Web-{36B9D7BF-A3C4-2D06-B79E-FA883EA0434D}" dt="2025-08-19T15:18:37.415" v="537" actId="14100"/>
          <ac:picMkLst>
            <pc:docMk/>
            <pc:sldMk cId="123882738" sldId="257"/>
            <ac:picMk id="73" creationId="{4A38E199-E1FF-E335-37A7-85321A2116A0}"/>
          </ac:picMkLst>
        </pc:picChg>
        <pc:picChg chg="add mod">
          <ac:chgData name="La, Trung Kien" userId="S::uas0015624@stud.fra-uas.de::a9b9c998-5aab-4e89-af6d-d527f5f74042" providerId="AD" clId="Web-{36B9D7BF-A3C4-2D06-B79E-FA883EA0434D}" dt="2025-08-19T15:18:37.415" v="536" actId="14100"/>
          <ac:picMkLst>
            <pc:docMk/>
            <pc:sldMk cId="123882738" sldId="257"/>
            <ac:picMk id="74" creationId="{7DA6E27B-8B08-43AB-ECC8-8B9CA312E519}"/>
          </ac:picMkLst>
        </pc:picChg>
        <pc:picChg chg="add mod">
          <ac:chgData name="La, Trung Kien" userId="S::uas0015624@stud.fra-uas.de::a9b9c998-5aab-4e89-af6d-d527f5f74042" providerId="AD" clId="Web-{36B9D7BF-A3C4-2D06-B79E-FA883EA0434D}" dt="2025-08-19T15:18:37.415" v="535" actId="14100"/>
          <ac:picMkLst>
            <pc:docMk/>
            <pc:sldMk cId="123882738" sldId="257"/>
            <ac:picMk id="75" creationId="{2FA3A73D-8264-7740-3D88-D73E3F3AF308}"/>
          </ac:picMkLst>
        </pc:picChg>
        <pc:picChg chg="add mod">
          <ac:chgData name="La, Trung Kien" userId="S::uas0015624@stud.fra-uas.de::a9b9c998-5aab-4e89-af6d-d527f5f74042" providerId="AD" clId="Web-{36B9D7BF-A3C4-2D06-B79E-FA883EA0434D}" dt="2025-08-19T15:18:37.415" v="534" actId="14100"/>
          <ac:picMkLst>
            <pc:docMk/>
            <pc:sldMk cId="123882738" sldId="257"/>
            <ac:picMk id="76" creationId="{3692A1BD-2157-2BFE-F520-7544854E4F20}"/>
          </ac:picMkLst>
        </pc:picChg>
        <pc:picChg chg="add mod">
          <ac:chgData name="La, Trung Kien" userId="S::uas0015624@stud.fra-uas.de::a9b9c998-5aab-4e89-af6d-d527f5f74042" providerId="AD" clId="Web-{36B9D7BF-A3C4-2D06-B79E-FA883EA0434D}" dt="2025-08-19T15:18:37.415" v="533" actId="14100"/>
          <ac:picMkLst>
            <pc:docMk/>
            <pc:sldMk cId="123882738" sldId="257"/>
            <ac:picMk id="77" creationId="{F4F72DDA-D17F-93CD-7AEA-FD6255737A90}"/>
          </ac:picMkLst>
        </pc:picChg>
        <pc:picChg chg="add mod">
          <ac:chgData name="La, Trung Kien" userId="S::uas0015624@stud.fra-uas.de::a9b9c998-5aab-4e89-af6d-d527f5f74042" providerId="AD" clId="Web-{36B9D7BF-A3C4-2D06-B79E-FA883EA0434D}" dt="2025-08-19T15:34:02.464" v="826" actId="1076"/>
          <ac:picMkLst>
            <pc:docMk/>
            <pc:sldMk cId="123882738" sldId="257"/>
            <ac:picMk id="100" creationId="{DD2024D3-B0E2-9FE2-F7E7-A31CA55E8B1D}"/>
          </ac:picMkLst>
        </pc:picChg>
        <pc:picChg chg="add mod">
          <ac:chgData name="La, Trung Kien" userId="S::uas0015624@stud.fra-uas.de::a9b9c998-5aab-4e89-af6d-d527f5f74042" providerId="AD" clId="Web-{36B9D7BF-A3C4-2D06-B79E-FA883EA0434D}" dt="2025-08-19T15:36:55.018" v="849" actId="1076"/>
          <ac:picMkLst>
            <pc:docMk/>
            <pc:sldMk cId="123882738" sldId="257"/>
            <ac:picMk id="105" creationId="{B59689F4-AB92-9157-0ED6-4E77305C6C06}"/>
          </ac:picMkLst>
        </pc:picChg>
        <pc:cxnChg chg="add mod">
          <ac:chgData name="La, Trung Kien" userId="S::uas0015624@stud.fra-uas.de::a9b9c998-5aab-4e89-af6d-d527f5f74042" providerId="AD" clId="Web-{36B9D7BF-A3C4-2D06-B79E-FA883EA0434D}" dt="2025-08-19T15:18:37.415" v="546" actId="14100"/>
          <ac:cxnSpMkLst>
            <pc:docMk/>
            <pc:sldMk cId="123882738" sldId="257"/>
            <ac:cxnSpMk id="48" creationId="{DC3321F0-BA06-4DEF-C89A-6D10B8242223}"/>
          </ac:cxnSpMkLst>
        </pc:cxnChg>
        <pc:cxnChg chg="add mod">
          <ac:chgData name="La, Trung Kien" userId="S::uas0015624@stud.fra-uas.de::a9b9c998-5aab-4e89-af6d-d527f5f74042" providerId="AD" clId="Web-{36B9D7BF-A3C4-2D06-B79E-FA883EA0434D}" dt="2025-08-19T15:18:37.415" v="544" actId="14100"/>
          <ac:cxnSpMkLst>
            <pc:docMk/>
            <pc:sldMk cId="123882738" sldId="257"/>
            <ac:cxnSpMk id="52" creationId="{169A8222-4EB0-89BC-5E75-C90235C8FF4E}"/>
          </ac:cxnSpMkLst>
        </pc:cxnChg>
        <pc:cxnChg chg="add mod">
          <ac:chgData name="La, Trung Kien" userId="S::uas0015624@stud.fra-uas.de::a9b9c998-5aab-4e89-af6d-d527f5f74042" providerId="AD" clId="Web-{36B9D7BF-A3C4-2D06-B79E-FA883EA0434D}" dt="2025-08-19T15:18:37.415" v="543" actId="14100"/>
          <ac:cxnSpMkLst>
            <pc:docMk/>
            <pc:sldMk cId="123882738" sldId="257"/>
            <ac:cxnSpMk id="53" creationId="{0F3D80FB-DB53-DAAA-D023-A2598C0B8AB5}"/>
          </ac:cxnSpMkLst>
        </pc:cxnChg>
        <pc:cxnChg chg="add mod">
          <ac:chgData name="La, Trung Kien" userId="S::uas0015624@stud.fra-uas.de::a9b9c998-5aab-4e89-af6d-d527f5f74042" providerId="AD" clId="Web-{36B9D7BF-A3C4-2D06-B79E-FA883EA0434D}" dt="2025-08-19T15:18:37.415" v="542" actId="14100"/>
          <ac:cxnSpMkLst>
            <pc:docMk/>
            <pc:sldMk cId="123882738" sldId="257"/>
            <ac:cxnSpMk id="56" creationId="{E368688D-A1AD-E331-498C-27704C6436AC}"/>
          </ac:cxnSpMkLst>
        </pc:cxnChg>
        <pc:cxnChg chg="add mod">
          <ac:chgData name="La, Trung Kien" userId="S::uas0015624@stud.fra-uas.de::a9b9c998-5aab-4e89-af6d-d527f5f74042" providerId="AD" clId="Web-{36B9D7BF-A3C4-2D06-B79E-FA883EA0434D}" dt="2025-08-19T15:18:37.415" v="541" actId="14100"/>
          <ac:cxnSpMkLst>
            <pc:docMk/>
            <pc:sldMk cId="123882738" sldId="257"/>
            <ac:cxnSpMk id="58" creationId="{05EC3169-D325-6AC8-75B7-FA0F9B673D7F}"/>
          </ac:cxnSpMkLst>
        </pc:cxnChg>
        <pc:cxnChg chg="add mod">
          <ac:chgData name="La, Trung Kien" userId="S::uas0015624@stud.fra-uas.de::a9b9c998-5aab-4e89-af6d-d527f5f74042" providerId="AD" clId="Web-{36B9D7BF-A3C4-2D06-B79E-FA883EA0434D}" dt="2025-08-19T15:18:37.415" v="540" actId="14100"/>
          <ac:cxnSpMkLst>
            <pc:docMk/>
            <pc:sldMk cId="123882738" sldId="257"/>
            <ac:cxnSpMk id="59" creationId="{E7E6883C-DB3C-E1BF-D382-C44673D5E39C}"/>
          </ac:cxnSpMkLst>
        </pc:cxnChg>
        <pc:cxnChg chg="add mod">
          <ac:chgData name="La, Trung Kien" userId="S::uas0015624@stud.fra-uas.de::a9b9c998-5aab-4e89-af6d-d527f5f74042" providerId="AD" clId="Web-{36B9D7BF-A3C4-2D06-B79E-FA883EA0434D}" dt="2025-08-19T15:18:37.415" v="539" actId="14100"/>
          <ac:cxnSpMkLst>
            <pc:docMk/>
            <pc:sldMk cId="123882738" sldId="257"/>
            <ac:cxnSpMk id="60" creationId="{D50A15D9-7EB0-44F8-37FC-9DC604F58CBB}"/>
          </ac:cxnSpMkLst>
        </pc:cxnChg>
        <pc:cxnChg chg="add mod">
          <ac:chgData name="La, Trung Kien" userId="S::uas0015624@stud.fra-uas.de::a9b9c998-5aab-4e89-af6d-d527f5f74042" providerId="AD" clId="Web-{36B9D7BF-A3C4-2D06-B79E-FA883EA0434D}" dt="2025-08-19T15:18:37.415" v="532" actId="14100"/>
          <ac:cxnSpMkLst>
            <pc:docMk/>
            <pc:sldMk cId="123882738" sldId="257"/>
            <ac:cxnSpMk id="79" creationId="{EE5955F2-0C89-7E1E-306E-3B5F71CAFC20}"/>
          </ac:cxnSpMkLst>
        </pc:cxnChg>
        <pc:cxnChg chg="add mod">
          <ac:chgData name="La, Trung Kien" userId="S::uas0015624@stud.fra-uas.de::a9b9c998-5aab-4e89-af6d-d527f5f74042" providerId="AD" clId="Web-{36B9D7BF-A3C4-2D06-B79E-FA883EA0434D}" dt="2025-08-19T15:30:40.206" v="761"/>
          <ac:cxnSpMkLst>
            <pc:docMk/>
            <pc:sldMk cId="123882738" sldId="257"/>
            <ac:cxnSpMk id="84" creationId="{42D69A92-A88E-6E0F-D342-713B1D49C39A}"/>
          </ac:cxnSpMkLst>
        </pc:cxnChg>
        <pc:cxnChg chg="add mod">
          <ac:chgData name="La, Trung Kien" userId="S::uas0015624@stud.fra-uas.de::a9b9c998-5aab-4e89-af6d-d527f5f74042" providerId="AD" clId="Web-{36B9D7BF-A3C4-2D06-B79E-FA883EA0434D}" dt="2025-08-19T15:33:04.899" v="815" actId="1076"/>
          <ac:cxnSpMkLst>
            <pc:docMk/>
            <pc:sldMk cId="123882738" sldId="257"/>
            <ac:cxnSpMk id="96" creationId="{7ECD9DED-8324-55AC-554D-1298D880B0C4}"/>
          </ac:cxnSpMkLst>
        </pc:cxnChg>
        <pc:cxnChg chg="add mod">
          <ac:chgData name="La, Trung Kien" userId="S::uas0015624@stud.fra-uas.de::a9b9c998-5aab-4e89-af6d-d527f5f74042" providerId="AD" clId="Web-{36B9D7BF-A3C4-2D06-B79E-FA883EA0434D}" dt="2025-08-19T15:33:04.914" v="817" actId="1076"/>
          <ac:cxnSpMkLst>
            <pc:docMk/>
            <pc:sldMk cId="123882738" sldId="257"/>
            <ac:cxnSpMk id="98" creationId="{E683F014-C597-0053-DA33-FCC2CC2B63EC}"/>
          </ac:cxnSpMkLst>
        </pc:cxnChg>
      </pc:sldChg>
    </pc:docChg>
  </pc:docChgLst>
  <pc:docChgLst>
    <pc:chgData name="La, Trung Kien" userId="S::uas0015624@stud.fra-uas.de::a9b9c998-5aab-4e89-af6d-d527f5f74042" providerId="AD" clId="Web-{A0E64CA7-69A9-A4C2-31B3-DCE2285A5C0A}"/>
    <pc:docChg chg="modSld">
      <pc:chgData name="La, Trung Kien" userId="S::uas0015624@stud.fra-uas.de::a9b9c998-5aab-4e89-af6d-d527f5f74042" providerId="AD" clId="Web-{A0E64CA7-69A9-A4C2-31B3-DCE2285A5C0A}" dt="2025-08-19T15:54:55.046" v="1" actId="14100"/>
      <pc:docMkLst>
        <pc:docMk/>
      </pc:docMkLst>
      <pc:sldChg chg="modSp">
        <pc:chgData name="La, Trung Kien" userId="S::uas0015624@stud.fra-uas.de::a9b9c998-5aab-4e89-af6d-d527f5f74042" providerId="AD" clId="Web-{A0E64CA7-69A9-A4C2-31B3-DCE2285A5C0A}" dt="2025-08-19T15:54:55.046" v="1" actId="14100"/>
        <pc:sldMkLst>
          <pc:docMk/>
          <pc:sldMk cId="123882738" sldId="257"/>
        </pc:sldMkLst>
        <pc:grpChg chg="mod">
          <ac:chgData name="La, Trung Kien" userId="S::uas0015624@stud.fra-uas.de::a9b9c998-5aab-4e89-af6d-d527f5f74042" providerId="AD" clId="Web-{A0E64CA7-69A9-A4C2-31B3-DCE2285A5C0A}" dt="2025-08-19T15:54:55.046" v="1" actId="14100"/>
          <ac:grpSpMkLst>
            <pc:docMk/>
            <pc:sldMk cId="123882738" sldId="257"/>
            <ac:grpSpMk id="104" creationId="{56DE8767-6B4C-A067-2937-C26BDC6F08A9}"/>
          </ac:grpSpMkLst>
        </pc:grpChg>
      </pc:sldChg>
    </pc:docChg>
  </pc:docChgLst>
  <pc:docChgLst>
    <pc:chgData name="La, Trung Kien" userId="S::uas0015624@stud.fra-uas.de::a9b9c998-5aab-4e89-af6d-d527f5f74042" providerId="AD" clId="Web-{18856602-A312-040C-1DAF-3B5C46A972E1}"/>
    <pc:docChg chg="modSld">
      <pc:chgData name="La, Trung Kien" userId="S::uas0015624@stud.fra-uas.de::a9b9c998-5aab-4e89-af6d-d527f5f74042" providerId="AD" clId="Web-{18856602-A312-040C-1DAF-3B5C46A972E1}" dt="2025-09-07T16:08:54.516" v="98" actId="20577"/>
      <pc:docMkLst>
        <pc:docMk/>
      </pc:docMkLst>
      <pc:sldChg chg="addSp modSp">
        <pc:chgData name="La, Trung Kien" userId="S::uas0015624@stud.fra-uas.de::a9b9c998-5aab-4e89-af6d-d527f5f74042" providerId="AD" clId="Web-{18856602-A312-040C-1DAF-3B5C46A972E1}" dt="2025-09-07T16:08:54.516" v="98" actId="20577"/>
        <pc:sldMkLst>
          <pc:docMk/>
          <pc:sldMk cId="1767383390" sldId="258"/>
        </pc:sldMkLst>
        <pc:spChg chg="add mod">
          <ac:chgData name="La, Trung Kien" userId="S::uas0015624@stud.fra-uas.de::a9b9c998-5aab-4e89-af6d-d527f5f74042" providerId="AD" clId="Web-{18856602-A312-040C-1DAF-3B5C46A972E1}" dt="2025-09-07T16:05:00.109" v="29" actId="20577"/>
          <ac:spMkLst>
            <pc:docMk/>
            <pc:sldMk cId="1767383390" sldId="258"/>
            <ac:spMk id="2" creationId="{FD6425F7-0EDF-D2E1-1C7A-DF11D9A4D809}"/>
          </ac:spMkLst>
        </pc:spChg>
        <pc:spChg chg="add mod">
          <ac:chgData name="La, Trung Kien" userId="S::uas0015624@stud.fra-uas.de::a9b9c998-5aab-4e89-af6d-d527f5f74042" providerId="AD" clId="Web-{18856602-A312-040C-1DAF-3B5C46A972E1}" dt="2025-09-07T16:04:36.327" v="26" actId="20577"/>
          <ac:spMkLst>
            <pc:docMk/>
            <pc:sldMk cId="1767383390" sldId="258"/>
            <ac:spMk id="3" creationId="{F5C73C73-E83E-9223-51C3-A0B666F7874E}"/>
          </ac:spMkLst>
        </pc:spChg>
        <pc:spChg chg="add mod">
          <ac:chgData name="La, Trung Kien" userId="S::uas0015624@stud.fra-uas.de::a9b9c998-5aab-4e89-af6d-d527f5f74042" providerId="AD" clId="Web-{18856602-A312-040C-1DAF-3B5C46A972E1}" dt="2025-09-07T16:06:09.719" v="51" actId="1076"/>
          <ac:spMkLst>
            <pc:docMk/>
            <pc:sldMk cId="1767383390" sldId="258"/>
            <ac:spMk id="6" creationId="{78722D4F-0BC1-5211-D6F1-94544601EE21}"/>
          </ac:spMkLst>
        </pc:spChg>
        <pc:spChg chg="add mod">
          <ac:chgData name="La, Trung Kien" userId="S::uas0015624@stud.fra-uas.de::a9b9c998-5aab-4e89-af6d-d527f5f74042" providerId="AD" clId="Web-{18856602-A312-040C-1DAF-3B5C46A972E1}" dt="2025-09-07T16:07:20.875" v="76" actId="1076"/>
          <ac:spMkLst>
            <pc:docMk/>
            <pc:sldMk cId="1767383390" sldId="258"/>
            <ac:spMk id="11" creationId="{BC7A2757-6DC6-13F9-87E1-E47A2013ABCA}"/>
          </ac:spMkLst>
        </pc:spChg>
        <pc:spChg chg="add mod">
          <ac:chgData name="La, Trung Kien" userId="S::uas0015624@stud.fra-uas.de::a9b9c998-5aab-4e89-af6d-d527f5f74042" providerId="AD" clId="Web-{18856602-A312-040C-1DAF-3B5C46A972E1}" dt="2025-09-07T16:08:54.516" v="98" actId="20577"/>
          <ac:spMkLst>
            <pc:docMk/>
            <pc:sldMk cId="1767383390" sldId="258"/>
            <ac:spMk id="13" creationId="{3DCE599A-B01F-19F2-05CE-811FC885127F}"/>
          </ac:spMkLst>
        </pc:spChg>
        <pc:cxnChg chg="add mod">
          <ac:chgData name="La, Trung Kien" userId="S::uas0015624@stud.fra-uas.de::a9b9c998-5aab-4e89-af6d-d527f5f74042" providerId="AD" clId="Web-{18856602-A312-040C-1DAF-3B5C46A972E1}" dt="2025-09-07T16:05:33.859" v="31" actId="1076"/>
          <ac:cxnSpMkLst>
            <pc:docMk/>
            <pc:sldMk cId="1767383390" sldId="258"/>
            <ac:cxnSpMk id="4" creationId="{5E8DC237-23BA-CF84-D45C-2D62F02A93F4}"/>
          </ac:cxnSpMkLst>
        </pc:cxnChg>
        <pc:cxnChg chg="add mod">
          <ac:chgData name="La, Trung Kien" userId="S::uas0015624@stud.fra-uas.de::a9b9c998-5aab-4e89-af6d-d527f5f74042" providerId="AD" clId="Web-{18856602-A312-040C-1DAF-3B5C46A972E1}" dt="2025-09-07T16:06:42.797" v="55" actId="1076"/>
          <ac:cxnSpMkLst>
            <pc:docMk/>
            <pc:sldMk cId="1767383390" sldId="258"/>
            <ac:cxnSpMk id="8" creationId="{6E1FB8D2-9F2F-9C89-EDED-9D8334212274}"/>
          </ac:cxnSpMkLst>
        </pc:cxnChg>
        <pc:cxnChg chg="add mod">
          <ac:chgData name="La, Trung Kien" userId="S::uas0015624@stud.fra-uas.de::a9b9c998-5aab-4e89-af6d-d527f5f74042" providerId="AD" clId="Web-{18856602-A312-040C-1DAF-3B5C46A972E1}" dt="2025-09-07T16:08:19.813" v="84"/>
          <ac:cxnSpMkLst>
            <pc:docMk/>
            <pc:sldMk cId="1767383390" sldId="258"/>
            <ac:cxnSpMk id="12" creationId="{C281CA0F-6E61-AFE0-9F12-BD9F09FD1405}"/>
          </ac:cxnSpMkLst>
        </pc:cxnChg>
      </pc:sldChg>
    </pc:docChg>
  </pc:docChgLst>
  <pc:docChgLst>
    <pc:chgData name="La, Trung Kien" userId="S::uas0015624@stud.fra-uas.de::a9b9c998-5aab-4e89-af6d-d527f5f74042" providerId="AD" clId="Web-{F33CC7AB-E154-C95B-89F4-AFE146238E40}"/>
    <pc:docChg chg="modSld">
      <pc:chgData name="La, Trung Kien" userId="S::uas0015624@stud.fra-uas.de::a9b9c998-5aab-4e89-af6d-d527f5f74042" providerId="AD" clId="Web-{F33CC7AB-E154-C95B-89F4-AFE146238E40}" dt="2025-08-20T15:56:28.065" v="65" actId="20577"/>
      <pc:docMkLst>
        <pc:docMk/>
      </pc:docMkLst>
      <pc:sldChg chg="addSp modSp">
        <pc:chgData name="La, Trung Kien" userId="S::uas0015624@stud.fra-uas.de::a9b9c998-5aab-4e89-af6d-d527f5f74042" providerId="AD" clId="Web-{F33CC7AB-E154-C95B-89F4-AFE146238E40}" dt="2025-08-20T15:56:28.065" v="65" actId="20577"/>
        <pc:sldMkLst>
          <pc:docMk/>
          <pc:sldMk cId="123882738" sldId="257"/>
        </pc:sldMkLst>
        <pc:spChg chg="add mod">
          <ac:chgData name="La, Trung Kien" userId="S::uas0015624@stud.fra-uas.de::a9b9c998-5aab-4e89-af6d-d527f5f74042" providerId="AD" clId="Web-{F33CC7AB-E154-C95B-89F4-AFE146238E40}" dt="2025-08-20T14:50:41.752" v="55" actId="20577"/>
          <ac:spMkLst>
            <pc:docMk/>
            <pc:sldMk cId="123882738" sldId="257"/>
            <ac:spMk id="3" creationId="{6267AA7F-6DFF-8827-73FC-9A7665A60043}"/>
          </ac:spMkLst>
        </pc:spChg>
        <pc:spChg chg="mod">
          <ac:chgData name="La, Trung Kien" userId="S::uas0015624@stud.fra-uas.de::a9b9c998-5aab-4e89-af6d-d527f5f74042" providerId="AD" clId="Web-{F33CC7AB-E154-C95B-89F4-AFE146238E40}" dt="2025-08-20T14:50:09.984" v="44" actId="1076"/>
          <ac:spMkLst>
            <pc:docMk/>
            <pc:sldMk cId="123882738" sldId="257"/>
            <ac:spMk id="85" creationId="{B2863921-4AD7-2187-5169-B52887C5BB7C}"/>
          </ac:spMkLst>
        </pc:spChg>
        <pc:spChg chg="mod">
          <ac:chgData name="La, Trung Kien" userId="S::uas0015624@stud.fra-uas.de::a9b9c998-5aab-4e89-af6d-d527f5f74042" providerId="AD" clId="Web-{F33CC7AB-E154-C95B-89F4-AFE146238E40}" dt="2025-08-20T14:49:57.483" v="43" actId="20577"/>
          <ac:spMkLst>
            <pc:docMk/>
            <pc:sldMk cId="123882738" sldId="257"/>
            <ac:spMk id="86" creationId="{C2D1C9D3-15D1-E5B4-37C9-DC88D0B7A2ED}"/>
          </ac:spMkLst>
        </pc:spChg>
        <pc:spChg chg="mod">
          <ac:chgData name="La, Trung Kien" userId="S::uas0015624@stud.fra-uas.de::a9b9c998-5aab-4e89-af6d-d527f5f74042" providerId="AD" clId="Web-{F33CC7AB-E154-C95B-89F4-AFE146238E40}" dt="2025-08-20T13:17:37.841" v="9" actId="20577"/>
          <ac:spMkLst>
            <pc:docMk/>
            <pc:sldMk cId="123882738" sldId="257"/>
            <ac:spMk id="90" creationId="{43E92C48-8564-31B5-0335-EBECF33D63F6}"/>
          </ac:spMkLst>
        </pc:spChg>
        <pc:spChg chg="mod">
          <ac:chgData name="La, Trung Kien" userId="S::uas0015624@stud.fra-uas.de::a9b9c998-5aab-4e89-af6d-d527f5f74042" providerId="AD" clId="Web-{F33CC7AB-E154-C95B-89F4-AFE146238E40}" dt="2025-08-20T15:56:28.065" v="65" actId="20577"/>
          <ac:spMkLst>
            <pc:docMk/>
            <pc:sldMk cId="123882738" sldId="257"/>
            <ac:spMk id="103" creationId="{BB884518-C736-E829-4178-CF9FF26239F7}"/>
          </ac:spMkLst>
        </pc:spChg>
        <pc:picChg chg="add mod">
          <ac:chgData name="La, Trung Kien" userId="S::uas0015624@stud.fra-uas.de::a9b9c998-5aab-4e89-af6d-d527f5f74042" providerId="AD" clId="Web-{F33CC7AB-E154-C95B-89F4-AFE146238E40}" dt="2025-08-20T14:50:51.174" v="57" actId="1076"/>
          <ac:picMkLst>
            <pc:docMk/>
            <pc:sldMk cId="123882738" sldId="257"/>
            <ac:picMk id="2" creationId="{A9CBCC19-C54E-5060-9D10-DC56A7CD1714}"/>
          </ac:picMkLst>
        </pc:picChg>
        <pc:picChg chg="mod">
          <ac:chgData name="La, Trung Kien" userId="S::uas0015624@stud.fra-uas.de::a9b9c998-5aab-4e89-af6d-d527f5f74042" providerId="AD" clId="Web-{F33CC7AB-E154-C95B-89F4-AFE146238E40}" dt="2025-08-20T13:18:01.685" v="12" actId="1076"/>
          <ac:picMkLst>
            <pc:docMk/>
            <pc:sldMk cId="123882738" sldId="257"/>
            <ac:picMk id="72" creationId="{4072CEA9-0692-6817-5B1C-180EF110638E}"/>
          </ac:picMkLst>
        </pc:picChg>
        <pc:picChg chg="mod">
          <ac:chgData name="La, Trung Kien" userId="S::uas0015624@stud.fra-uas.de::a9b9c998-5aab-4e89-af6d-d527f5f74042" providerId="AD" clId="Web-{F33CC7AB-E154-C95B-89F4-AFE146238E40}" dt="2025-08-20T13:17:58.904" v="11" actId="1076"/>
          <ac:picMkLst>
            <pc:docMk/>
            <pc:sldMk cId="123882738" sldId="257"/>
            <ac:picMk id="74" creationId="{7DA6E27B-8B08-43AB-ECC8-8B9CA312E519}"/>
          </ac:picMkLst>
        </pc:picChg>
        <pc:picChg chg="mod">
          <ac:chgData name="La, Trung Kien" userId="S::uas0015624@stud.fra-uas.de::a9b9c998-5aab-4e89-af6d-d527f5f74042" providerId="AD" clId="Web-{F33CC7AB-E154-C95B-89F4-AFE146238E40}" dt="2025-08-20T13:18:05.013" v="14" actId="1076"/>
          <ac:picMkLst>
            <pc:docMk/>
            <pc:sldMk cId="123882738" sldId="257"/>
            <ac:picMk id="75" creationId="{2FA3A73D-8264-7740-3D88-D73E3F3AF308}"/>
          </ac:picMkLst>
        </pc:picChg>
        <pc:picChg chg="mod">
          <ac:chgData name="La, Trung Kien" userId="S::uas0015624@stud.fra-uas.de::a9b9c998-5aab-4e89-af6d-d527f5f74042" providerId="AD" clId="Web-{F33CC7AB-E154-C95B-89F4-AFE146238E40}" dt="2025-08-20T13:17:49.216" v="10" actId="1076"/>
          <ac:picMkLst>
            <pc:docMk/>
            <pc:sldMk cId="123882738" sldId="257"/>
            <ac:picMk id="77" creationId="{F4F72DDA-D17F-93CD-7AEA-FD6255737A90}"/>
          </ac:picMkLst>
        </pc:picChg>
        <pc:cxnChg chg="mod">
          <ac:chgData name="La, Trung Kien" userId="S::uas0015624@stud.fra-uas.de::a9b9c998-5aab-4e89-af6d-d527f5f74042" providerId="AD" clId="Web-{F33CC7AB-E154-C95B-89F4-AFE146238E40}" dt="2025-08-20T13:19:44.736" v="25" actId="14100"/>
          <ac:cxnSpMkLst>
            <pc:docMk/>
            <pc:sldMk cId="123882738" sldId="257"/>
            <ac:cxnSpMk id="58" creationId="{05EC3169-D325-6AC8-75B7-FA0F9B673D7F}"/>
          </ac:cxnSpMkLst>
        </pc:cxnChg>
        <pc:cxnChg chg="mod">
          <ac:chgData name="La, Trung Kien" userId="S::uas0015624@stud.fra-uas.de::a9b9c998-5aab-4e89-af6d-d527f5f74042" providerId="AD" clId="Web-{F33CC7AB-E154-C95B-89F4-AFE146238E40}" dt="2025-08-20T13:20:03.580" v="27" actId="1076"/>
          <ac:cxnSpMkLst>
            <pc:docMk/>
            <pc:sldMk cId="123882738" sldId="257"/>
            <ac:cxnSpMk id="60" creationId="{D50A15D9-7EB0-44F8-37FC-9DC604F58CBB}"/>
          </ac:cxnSpMkLst>
        </pc:cxnChg>
        <pc:cxnChg chg="mod">
          <ac:chgData name="La, Trung Kien" userId="S::uas0015624@stud.fra-uas.de::a9b9c998-5aab-4e89-af6d-d527f5f74042" providerId="AD" clId="Web-{F33CC7AB-E154-C95B-89F4-AFE146238E40}" dt="2025-08-20T15:56:27.706" v="64" actId="14100"/>
          <ac:cxnSpMkLst>
            <pc:docMk/>
            <pc:sldMk cId="123882738" sldId="257"/>
            <ac:cxnSpMk id="79" creationId="{EE5955F2-0C89-7E1E-306E-3B5F71CAFC20}"/>
          </ac:cxnSpMkLst>
        </pc:cxnChg>
        <pc:cxnChg chg="mod">
          <ac:chgData name="La, Trung Kien" userId="S::uas0015624@stud.fra-uas.de::a9b9c998-5aab-4e89-af6d-d527f5f74042" providerId="AD" clId="Web-{F33CC7AB-E154-C95B-89F4-AFE146238E40}" dt="2025-08-20T15:27:35.972" v="60" actId="1076"/>
          <ac:cxnSpMkLst>
            <pc:docMk/>
            <pc:sldMk cId="123882738" sldId="257"/>
            <ac:cxnSpMk id="96" creationId="{7ECD9DED-8324-55AC-554D-1298D880B0C4}"/>
          </ac:cxnSpMkLst>
        </pc:cxnChg>
        <pc:cxnChg chg="mod">
          <ac:chgData name="La, Trung Kien" userId="S::uas0015624@stud.fra-uas.de::a9b9c998-5aab-4e89-af6d-d527f5f74042" providerId="AD" clId="Web-{F33CC7AB-E154-C95B-89F4-AFE146238E40}" dt="2025-08-20T15:27:58.787" v="61" actId="1076"/>
          <ac:cxnSpMkLst>
            <pc:docMk/>
            <pc:sldMk cId="123882738" sldId="257"/>
            <ac:cxnSpMk id="98" creationId="{E683F014-C597-0053-DA33-FCC2CC2B63EC}"/>
          </ac:cxnSpMkLst>
        </pc:cxnChg>
      </pc:sldChg>
    </pc:docChg>
  </pc:docChgLst>
  <pc:docChgLst>
    <pc:chgData name="La, Trung Kien" userId="S::uas0015624@stud.fra-uas.de::a9b9c998-5aab-4e89-af6d-d527f5f74042" providerId="AD" clId="Web-{91896C77-A238-BDD0-3080-9753DCF1E304}"/>
    <pc:docChg chg="modSld">
      <pc:chgData name="La, Trung Kien" userId="S::uas0015624@stud.fra-uas.de::a9b9c998-5aab-4e89-af6d-d527f5f74042" providerId="AD" clId="Web-{91896C77-A238-BDD0-3080-9753DCF1E304}" dt="2025-08-23T10:46:08.723" v="93" actId="1076"/>
      <pc:docMkLst>
        <pc:docMk/>
      </pc:docMkLst>
      <pc:sldChg chg="addSp delSp modSp">
        <pc:chgData name="La, Trung Kien" userId="S::uas0015624@stud.fra-uas.de::a9b9c998-5aab-4e89-af6d-d527f5f74042" providerId="AD" clId="Web-{91896C77-A238-BDD0-3080-9753DCF1E304}" dt="2025-08-23T10:46:08.723" v="93" actId="1076"/>
        <pc:sldMkLst>
          <pc:docMk/>
          <pc:sldMk cId="123882738" sldId="257"/>
        </pc:sldMkLst>
        <pc:spChg chg="add mod">
          <ac:chgData name="La, Trung Kien" userId="S::uas0015624@stud.fra-uas.de::a9b9c998-5aab-4e89-af6d-d527f5f74042" providerId="AD" clId="Web-{91896C77-A238-BDD0-3080-9753DCF1E304}" dt="2025-08-23T10:44:20.664" v="89" actId="1076"/>
          <ac:spMkLst>
            <pc:docMk/>
            <pc:sldMk cId="123882738" sldId="257"/>
            <ac:spMk id="12" creationId="{7CD8BBE4-3030-9C59-DB6D-927D7DF6C540}"/>
          </ac:spMkLst>
        </pc:spChg>
        <pc:spChg chg="add mod">
          <ac:chgData name="La, Trung Kien" userId="S::uas0015624@stud.fra-uas.de::a9b9c998-5aab-4e89-af6d-d527f5f74042" providerId="AD" clId="Web-{91896C77-A238-BDD0-3080-9753DCF1E304}" dt="2025-08-23T10:36:38.067" v="57" actId="20577"/>
          <ac:spMkLst>
            <pc:docMk/>
            <pc:sldMk cId="123882738" sldId="257"/>
            <ac:spMk id="13" creationId="{EE2E90EC-D814-7761-E80D-FFD9095DBDA8}"/>
          </ac:spMkLst>
        </pc:spChg>
        <pc:spChg chg="mod">
          <ac:chgData name="La, Trung Kien" userId="S::uas0015624@stud.fra-uas.de::a9b9c998-5aab-4e89-af6d-d527f5f74042" providerId="AD" clId="Web-{91896C77-A238-BDD0-3080-9753DCF1E304}" dt="2025-08-23T10:46:08.723" v="93" actId="1076"/>
          <ac:spMkLst>
            <pc:docMk/>
            <pc:sldMk cId="123882738" sldId="257"/>
            <ac:spMk id="89" creationId="{7CC47AA3-C404-D285-27D1-8CF8B1ECE79E}"/>
          </ac:spMkLst>
        </pc:spChg>
        <pc:picChg chg="add mod">
          <ac:chgData name="La, Trung Kien" userId="S::uas0015624@stud.fra-uas.de::a9b9c998-5aab-4e89-af6d-d527f5f74042" providerId="AD" clId="Web-{91896C77-A238-BDD0-3080-9753DCF1E304}" dt="2025-08-23T10:44:24.086" v="90" actId="1076"/>
          <ac:picMkLst>
            <pc:docMk/>
            <pc:sldMk cId="123882738" sldId="257"/>
            <ac:picMk id="6" creationId="{09FB18A4-6616-59DC-4E4C-5FA4FC7572D2}"/>
          </ac:picMkLst>
        </pc:picChg>
        <pc:picChg chg="add mod">
          <ac:chgData name="La, Trung Kien" userId="S::uas0015624@stud.fra-uas.de::a9b9c998-5aab-4e89-af6d-d527f5f74042" providerId="AD" clId="Web-{91896C77-A238-BDD0-3080-9753DCF1E304}" dt="2025-08-23T10:43:19.678" v="84" actId="1076"/>
          <ac:picMkLst>
            <pc:docMk/>
            <pc:sldMk cId="123882738" sldId="257"/>
            <ac:picMk id="8" creationId="{A7FC7613-B39A-D4E2-D008-D9B2BA9F1180}"/>
          </ac:picMkLst>
        </pc:picChg>
        <pc:picChg chg="mod">
          <ac:chgData name="La, Trung Kien" userId="S::uas0015624@stud.fra-uas.de::a9b9c998-5aab-4e89-af6d-d527f5f74042" providerId="AD" clId="Web-{91896C77-A238-BDD0-3080-9753DCF1E304}" dt="2025-08-23T10:46:04.551" v="92" actId="1076"/>
          <ac:picMkLst>
            <pc:docMk/>
            <pc:sldMk cId="123882738" sldId="257"/>
            <ac:picMk id="14" creationId="{79F503FB-4A52-1A9F-6CC9-C79CBBD9BF32}"/>
          </ac:picMkLst>
        </pc:picChg>
        <pc:cxnChg chg="add mod">
          <ac:chgData name="La, Trung Kien" userId="S::uas0015624@stud.fra-uas.de::a9b9c998-5aab-4e89-af6d-d527f5f74042" providerId="AD" clId="Web-{91896C77-A238-BDD0-3080-9753DCF1E304}" dt="2025-08-23T10:43:15.302" v="83" actId="1076"/>
          <ac:cxnSpMkLst>
            <pc:docMk/>
            <pc:sldMk cId="123882738" sldId="257"/>
            <ac:cxnSpMk id="15" creationId="{441606DD-962A-FD99-4A85-3A9F5D2C9272}"/>
          </ac:cxnSpMkLst>
        </pc:cxnChg>
        <pc:cxnChg chg="add mod">
          <ac:chgData name="La, Trung Kien" userId="S::uas0015624@stud.fra-uas.de::a9b9c998-5aab-4e89-af6d-d527f5f74042" providerId="AD" clId="Web-{91896C77-A238-BDD0-3080-9753DCF1E304}" dt="2025-08-23T10:44:52.478" v="91"/>
          <ac:cxnSpMkLst>
            <pc:docMk/>
            <pc:sldMk cId="123882738" sldId="257"/>
            <ac:cxnSpMk id="16" creationId="{8E5FDF2C-F02B-0725-BC14-310C5294E335}"/>
          </ac:cxnSpMkLst>
        </pc:cxnChg>
        <pc:cxnChg chg="mod">
          <ac:chgData name="La, Trung Kien" userId="S::uas0015624@stud.fra-uas.de::a9b9c998-5aab-4e89-af6d-d527f5f74042" providerId="AD" clId="Web-{91896C77-A238-BDD0-3080-9753DCF1E304}" dt="2025-08-23T10:42:37.926" v="81" actId="14100"/>
          <ac:cxnSpMkLst>
            <pc:docMk/>
            <pc:sldMk cId="123882738" sldId="257"/>
            <ac:cxnSpMk id="59" creationId="{E7E6883C-DB3C-E1BF-D382-C44673D5E39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88">
            <a:extLst>
              <a:ext uri="{FF2B5EF4-FFF2-40B4-BE49-F238E27FC236}">
                <a16:creationId xmlns:a16="http://schemas.microsoft.com/office/drawing/2014/main" id="{D48023DD-B879-E072-4831-0FB5C2523F67}"/>
              </a:ext>
            </a:extLst>
          </p:cNvPr>
          <p:cNvSpPr txBox="1"/>
          <p:nvPr/>
        </p:nvSpPr>
        <p:spPr>
          <a:xfrm>
            <a:off x="860640" y="1909223"/>
            <a:ext cx="1603144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/>
              <a:t>Nvidia Jetson (Client) AGX Orin 32GB</a:t>
            </a:r>
          </a:p>
        </p:txBody>
      </p:sp>
      <p:pic>
        <p:nvPicPr>
          <p:cNvPr id="7" name="Grafik 6" descr="Computer mit einfarbiger Füllung">
            <a:extLst>
              <a:ext uri="{FF2B5EF4-FFF2-40B4-BE49-F238E27FC236}">
                <a16:creationId xmlns:a16="http://schemas.microsoft.com/office/drawing/2014/main" id="{C747CC51-9DFA-AC68-0447-D0DD3D9BD2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85400" y="894567"/>
            <a:ext cx="914400" cy="914400"/>
          </a:xfrm>
          <a:prstGeom prst="rect">
            <a:avLst/>
          </a:prstGeom>
        </p:spPr>
      </p:pic>
      <p:sp>
        <p:nvSpPr>
          <p:cNvPr id="8" name="TextBox 88">
            <a:extLst>
              <a:ext uri="{FF2B5EF4-FFF2-40B4-BE49-F238E27FC236}">
                <a16:creationId xmlns:a16="http://schemas.microsoft.com/office/drawing/2014/main" id="{AD8C0A7D-EC68-70D8-5223-BCA842DD771F}"/>
              </a:ext>
            </a:extLst>
          </p:cNvPr>
          <p:cNvSpPr txBox="1"/>
          <p:nvPr/>
        </p:nvSpPr>
        <p:spPr>
          <a:xfrm>
            <a:off x="4999047" y="1907919"/>
            <a:ext cx="2198130" cy="10365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noProof="1"/>
              <a:t>Ollama</a:t>
            </a:r>
            <a:r>
              <a:rPr lang="en-US" sz="1200"/>
              <a:t> Server</a:t>
            </a:r>
          </a:p>
          <a:p>
            <a:r>
              <a:rPr lang="en-US" sz="1200"/>
              <a:t>Nvidia RTX A5000 24 GB VRAM  i9-13900KF and 128 GB RAM</a:t>
            </a:r>
          </a:p>
          <a:p>
            <a:endParaRPr lang="en-US" sz="1200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E9AB32CD-69BD-C943-4FC7-CDC3105894B7}"/>
              </a:ext>
            </a:extLst>
          </p:cNvPr>
          <p:cNvCxnSpPr/>
          <p:nvPr/>
        </p:nvCxnSpPr>
        <p:spPr>
          <a:xfrm>
            <a:off x="2099499" y="1307733"/>
            <a:ext cx="3193434" cy="31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2FA13CA2-5671-F28D-B153-23C681EFFCFD}"/>
              </a:ext>
            </a:extLst>
          </p:cNvPr>
          <p:cNvCxnSpPr/>
          <p:nvPr/>
        </p:nvCxnSpPr>
        <p:spPr>
          <a:xfrm flipH="1">
            <a:off x="2102825" y="1487368"/>
            <a:ext cx="3172557" cy="73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88">
            <a:extLst>
              <a:ext uri="{FF2B5EF4-FFF2-40B4-BE49-F238E27FC236}">
                <a16:creationId xmlns:a16="http://schemas.microsoft.com/office/drawing/2014/main" id="{88C391E7-1923-EF3E-EE52-958774572832}"/>
              </a:ext>
            </a:extLst>
          </p:cNvPr>
          <p:cNvSpPr txBox="1"/>
          <p:nvPr/>
        </p:nvSpPr>
        <p:spPr>
          <a:xfrm>
            <a:off x="2128197" y="912761"/>
            <a:ext cx="400637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/>
              <a:t>image in Base64 + data of objects as Prompt</a:t>
            </a:r>
          </a:p>
        </p:txBody>
      </p:sp>
      <p:sp>
        <p:nvSpPr>
          <p:cNvPr id="12" name="TextBox 88">
            <a:extLst>
              <a:ext uri="{FF2B5EF4-FFF2-40B4-BE49-F238E27FC236}">
                <a16:creationId xmlns:a16="http://schemas.microsoft.com/office/drawing/2014/main" id="{FB9A5755-EEFC-AFF2-1169-78EC64FDCC24}"/>
              </a:ext>
            </a:extLst>
          </p:cNvPr>
          <p:cNvSpPr txBox="1"/>
          <p:nvPr/>
        </p:nvSpPr>
        <p:spPr>
          <a:xfrm>
            <a:off x="2274735" y="1638126"/>
            <a:ext cx="400637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/>
              <a:t>analysis of scene with extended context</a:t>
            </a:r>
          </a:p>
        </p:txBody>
      </p:sp>
      <p:pic>
        <p:nvPicPr>
          <p:cNvPr id="13" name="Grafik 12" descr="Ein Bild, das Küchenutensilien, Design, Schwarzweiß enthält.&#10;&#10;KI-generierte Inhalte können fehlerhaft sein.">
            <a:extLst>
              <a:ext uri="{FF2B5EF4-FFF2-40B4-BE49-F238E27FC236}">
                <a16:creationId xmlns:a16="http://schemas.microsoft.com/office/drawing/2014/main" id="{0BA08D69-5F7C-C4BC-775E-793238D8D7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620" y="897124"/>
            <a:ext cx="983570" cy="944466"/>
          </a:xfrm>
          <a:prstGeom prst="rect">
            <a:avLst/>
          </a:prstGeom>
        </p:spPr>
      </p:pic>
      <p:grpSp>
        <p:nvGrpSpPr>
          <p:cNvPr id="2" name="Group 53">
            <a:extLst>
              <a:ext uri="{FF2B5EF4-FFF2-40B4-BE49-F238E27FC236}">
                <a16:creationId xmlns:a16="http://schemas.microsoft.com/office/drawing/2014/main" id="{BE8DC40E-BC30-DEE4-3EF4-D6E7E7A83891}"/>
              </a:ext>
            </a:extLst>
          </p:cNvPr>
          <p:cNvGrpSpPr/>
          <p:nvPr/>
        </p:nvGrpSpPr>
        <p:grpSpPr>
          <a:xfrm>
            <a:off x="975628" y="362880"/>
            <a:ext cx="1100666" cy="206962"/>
            <a:chOff x="8513704" y="2991556"/>
            <a:chExt cx="1100666" cy="206962"/>
          </a:xfrm>
        </p:grpSpPr>
        <p:sp>
          <p:nvSpPr>
            <p:cNvPr id="3" name="Rectangle: Rounded Corners 21">
              <a:extLst>
                <a:ext uri="{FF2B5EF4-FFF2-40B4-BE49-F238E27FC236}">
                  <a16:creationId xmlns:a16="http://schemas.microsoft.com/office/drawing/2014/main" id="{9F155698-7773-27AE-B2D0-70442CDF4BE4}"/>
                </a:ext>
              </a:extLst>
            </p:cNvPr>
            <p:cNvSpPr/>
            <p:nvPr/>
          </p:nvSpPr>
          <p:spPr>
            <a:xfrm>
              <a:off x="8513704" y="2991556"/>
              <a:ext cx="1100666" cy="206962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" name="Oval 22">
              <a:extLst>
                <a:ext uri="{FF2B5EF4-FFF2-40B4-BE49-F238E27FC236}">
                  <a16:creationId xmlns:a16="http://schemas.microsoft.com/office/drawing/2014/main" id="{EA61A7BE-A109-B649-FD50-9E6A8D81343B}"/>
                </a:ext>
              </a:extLst>
            </p:cNvPr>
            <p:cNvSpPr/>
            <p:nvPr/>
          </p:nvSpPr>
          <p:spPr>
            <a:xfrm>
              <a:off x="8598370" y="3029184"/>
              <a:ext cx="122296" cy="131703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5" name="Oval 23">
              <a:extLst>
                <a:ext uri="{FF2B5EF4-FFF2-40B4-BE49-F238E27FC236}">
                  <a16:creationId xmlns:a16="http://schemas.microsoft.com/office/drawing/2014/main" id="{EBFC192D-6802-1F89-E420-B0B8DE512085}"/>
                </a:ext>
              </a:extLst>
            </p:cNvPr>
            <p:cNvSpPr/>
            <p:nvPr/>
          </p:nvSpPr>
          <p:spPr>
            <a:xfrm>
              <a:off x="9407407" y="3029184"/>
              <a:ext cx="122296" cy="131703"/>
            </a:xfrm>
            <a:prstGeom prst="ellips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F49ED013-0038-384F-A5E9-7BDA6B13657A}"/>
              </a:ext>
            </a:extLst>
          </p:cNvPr>
          <p:cNvCxnSpPr>
            <a:cxnSpLocks/>
          </p:cNvCxnSpPr>
          <p:nvPr/>
        </p:nvCxnSpPr>
        <p:spPr>
          <a:xfrm>
            <a:off x="1525517" y="597935"/>
            <a:ext cx="444" cy="3272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731D022A-A619-5705-C4E3-E8EAE35D90D8}"/>
              </a:ext>
            </a:extLst>
          </p:cNvPr>
          <p:cNvSpPr txBox="1"/>
          <p:nvPr/>
        </p:nvSpPr>
        <p:spPr>
          <a:xfrm>
            <a:off x="1472320" y="635762"/>
            <a:ext cx="468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USB</a:t>
            </a:r>
          </a:p>
        </p:txBody>
      </p:sp>
    </p:spTree>
    <p:extLst>
      <p:ext uri="{BB962C8B-B14F-4D97-AF65-F5344CB8AC3E}">
        <p14:creationId xmlns:p14="http://schemas.microsoft.com/office/powerpoint/2010/main" val="3289438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37</Words>
  <Application>Microsoft Office PowerPoint</Application>
  <PresentationFormat>Breitbild</PresentationFormat>
  <Paragraphs>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TK La</cp:lastModifiedBy>
  <cp:revision>4</cp:revision>
  <dcterms:created xsi:type="dcterms:W3CDTF">2025-08-19T13:51:37Z</dcterms:created>
  <dcterms:modified xsi:type="dcterms:W3CDTF">2026-01-05T16:12:59Z</dcterms:modified>
</cp:coreProperties>
</file>