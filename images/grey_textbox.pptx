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97" d="100"/>
          <a:sy n="97" d="100"/>
        </p:scale>
        <p:origin x="1110" y="30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C8E0C0AE-7FED-9981-F076-49D22189EFC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19535DA0-893D-B0DD-6311-537AB78F93C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/>
              <a:t>Master-Untertitelformat bearbeiten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51F34666-E84A-F80C-0E73-09D8C47AD9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A4640-EBE0-4C25-B560-351B48525149}" type="datetimeFigureOut">
              <a:rPr lang="de-DE" smtClean="0"/>
              <a:t>16.11.2025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7EF20CA0-F741-7707-046A-6A2BF17F42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AF157D8D-0012-6E24-D40F-DB84583BE5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F389BB-E08F-463F-BC24-7F89AAE6D028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88352341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BF0E6B9F-D4C8-BB69-1E61-29D2DF7DF1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2B2C9A6B-03DB-69A0-825C-4A2050F26AB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A6021534-1F9F-D5C2-57E7-BFE8D021D1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A4640-EBE0-4C25-B560-351B48525149}" type="datetimeFigureOut">
              <a:rPr lang="de-DE" smtClean="0"/>
              <a:t>16.11.2025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CF66E7D9-EBC4-A598-5468-5A4F576A74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CFFA7755-0655-C2AC-AE24-197C73AC53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F389BB-E08F-463F-BC24-7F89AAE6D028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73456746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bschnitts-&#10;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BD563A3F-A532-B367-60D4-D85B131EA8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6A4BFB3B-32D2-B010-601E-F899A9EE4E7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DF5E9B9E-8689-AC6E-C9EC-2D9B80A949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A4640-EBE0-4C25-B560-351B48525149}" type="datetimeFigureOut">
              <a:rPr lang="de-DE" smtClean="0"/>
              <a:t>16.11.2025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45C70DB8-8A42-716C-F989-0948692379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9B5811F0-3094-80A9-FBF2-DC6A752351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F389BB-E08F-463F-BC24-7F89AAE6D028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66069847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A1B3F0D4-9135-40EA-DBF2-1CA9282A3D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7038EF25-85B8-610C-559C-66EFE8E1C48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6AB7721D-8F20-C44E-8EA4-DF799F092A3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79476346-6A2D-2E1E-37FD-BB1E3F482A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A4640-EBE0-4C25-B560-351B48525149}" type="datetimeFigureOut">
              <a:rPr lang="de-DE" smtClean="0"/>
              <a:t>16.11.2025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6A62E745-AC7B-5564-0D2A-827543F705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AD38FE14-A355-5298-5563-6A3759A769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F389BB-E08F-463F-BC24-7F89AAE6D028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39421524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le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A336691E-0AC7-423F-2AA2-CF1D108504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02790538-C942-49D0-22A0-527C454CEA0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321F3BFB-3862-B283-472A-749AF2F6170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5" name="Textplatzhalter 4">
            <a:extLst>
              <a:ext uri="{FF2B5EF4-FFF2-40B4-BE49-F238E27FC236}">
                <a16:creationId xmlns:a16="http://schemas.microsoft.com/office/drawing/2014/main" id="{B11F2876-1DD9-FFCE-6E8F-FBAA754867E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6" name="Inhaltsplatzhalter 5">
            <a:extLst>
              <a:ext uri="{FF2B5EF4-FFF2-40B4-BE49-F238E27FC236}">
                <a16:creationId xmlns:a16="http://schemas.microsoft.com/office/drawing/2014/main" id="{6249B971-DC00-CFCB-AD6D-94F43E501EC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7" name="Datumsplatzhalter 6">
            <a:extLst>
              <a:ext uri="{FF2B5EF4-FFF2-40B4-BE49-F238E27FC236}">
                <a16:creationId xmlns:a16="http://schemas.microsoft.com/office/drawing/2014/main" id="{68BCB8C8-128D-CD41-34B2-FCB8831006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A4640-EBE0-4C25-B560-351B48525149}" type="datetimeFigureOut">
              <a:rPr lang="de-DE" smtClean="0"/>
              <a:t>16.11.2025</a:t>
            </a:fld>
            <a:endParaRPr lang="de-DE"/>
          </a:p>
        </p:txBody>
      </p:sp>
      <p:sp>
        <p:nvSpPr>
          <p:cNvPr id="8" name="Fußzeilenplatzhalter 7">
            <a:extLst>
              <a:ext uri="{FF2B5EF4-FFF2-40B4-BE49-F238E27FC236}">
                <a16:creationId xmlns:a16="http://schemas.microsoft.com/office/drawing/2014/main" id="{920CDB5B-70BD-B971-0F15-59915C9CDC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9" name="Foliennummernplatzhalter 8">
            <a:extLst>
              <a:ext uri="{FF2B5EF4-FFF2-40B4-BE49-F238E27FC236}">
                <a16:creationId xmlns:a16="http://schemas.microsoft.com/office/drawing/2014/main" id="{11E4137F-324F-DE5F-BC52-93522378DD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F389BB-E08F-463F-BC24-7F89AAE6D028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54184385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F3F33D8C-9E7E-7DDD-906A-31FA615818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6A5A9C00-D6E8-0370-7E66-7BB9C77FA2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A4640-EBE0-4C25-B560-351B48525149}" type="datetimeFigureOut">
              <a:rPr lang="de-DE" smtClean="0"/>
              <a:t>16.11.2025</a:t>
            </a:fld>
            <a:endParaRPr lang="de-DE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4386A438-6E09-D873-E790-60AB95BE58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B4B7517D-86DB-8C3B-F366-2C70EEF596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F389BB-E08F-463F-BC24-7F89AAE6D028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32734376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umsplatzhalter 1">
            <a:extLst>
              <a:ext uri="{FF2B5EF4-FFF2-40B4-BE49-F238E27FC236}">
                <a16:creationId xmlns:a16="http://schemas.microsoft.com/office/drawing/2014/main" id="{BA8537D3-CB7D-506B-6623-34FF4F5423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A4640-EBE0-4C25-B560-351B48525149}" type="datetimeFigureOut">
              <a:rPr lang="de-DE" smtClean="0"/>
              <a:t>16.11.2025</a:t>
            </a:fld>
            <a:endParaRPr lang="de-DE"/>
          </a:p>
        </p:txBody>
      </p:sp>
      <p:sp>
        <p:nvSpPr>
          <p:cNvPr id="3" name="Fußzeilenplatzhalter 2">
            <a:extLst>
              <a:ext uri="{FF2B5EF4-FFF2-40B4-BE49-F238E27FC236}">
                <a16:creationId xmlns:a16="http://schemas.microsoft.com/office/drawing/2014/main" id="{F67B5638-C507-09D7-2699-CB08B6B381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70E10EA1-F338-88C5-DAA2-62512160F1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F389BB-E08F-463F-BC24-7F89AAE6D028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17102150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alt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C5303008-A338-8663-9B52-0988A5D90C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8FCD6BAB-0D9D-3889-15D5-28A64615BB7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DE5B2A10-4875-0AB6-3DDF-896D9330452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42C3FB9A-F280-5E5B-C09D-4E6A6D6929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A4640-EBE0-4C25-B560-351B48525149}" type="datetimeFigureOut">
              <a:rPr lang="de-DE" smtClean="0"/>
              <a:t>16.11.2025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4EB0754C-34A3-63FA-422B-3E441E528B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1F0BE725-421C-1995-2367-1347223CD4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F389BB-E08F-463F-BC24-7F89AAE6D028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98310987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d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350061AA-19C3-8A0E-ECA7-726A9B0396D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Bildplatzhalter 2">
            <a:extLst>
              <a:ext uri="{FF2B5EF4-FFF2-40B4-BE49-F238E27FC236}">
                <a16:creationId xmlns:a16="http://schemas.microsoft.com/office/drawing/2014/main" id="{6C772842-2D93-0878-DC40-66F6DBF6C80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de-DE"/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08426CB2-4D80-AEC9-E24C-5418409C062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7C703BD7-7DC3-1371-B2E0-0BBD799E50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A4640-EBE0-4C25-B560-351B48525149}" type="datetimeFigureOut">
              <a:rPr lang="de-DE" smtClean="0"/>
              <a:t>16.11.2025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DDC0C2EE-5608-1F1D-A278-2C11F9E01F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606DDA6D-3F56-DC43-3942-77093032DC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F389BB-E08F-463F-BC24-7F89AAE6D028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94825628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und vertikal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9CE61AAD-A75F-94F8-2752-9B2AF0B1A2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Vertikaler Textplatzhalter 2">
            <a:extLst>
              <a:ext uri="{FF2B5EF4-FFF2-40B4-BE49-F238E27FC236}">
                <a16:creationId xmlns:a16="http://schemas.microsoft.com/office/drawing/2014/main" id="{8977383E-7715-F011-45D4-23F307FC8F2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AA01A159-B617-0FA0-5896-538D0C9AB5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A4640-EBE0-4C25-B560-351B48525149}" type="datetimeFigureOut">
              <a:rPr lang="de-DE" smtClean="0"/>
              <a:t>16.11.2025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C80B2825-987A-10BD-E7AA-3CAA55E3B0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8EAACB1F-E320-F3A9-17A0-E5BD94F2DD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F389BB-E08F-463F-BC24-7F89AAE6D028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08886330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kaler Titel u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kaler Titel 1">
            <a:extLst>
              <a:ext uri="{FF2B5EF4-FFF2-40B4-BE49-F238E27FC236}">
                <a16:creationId xmlns:a16="http://schemas.microsoft.com/office/drawing/2014/main" id="{EBD16389-FFE2-F6F4-49F7-2592EF474FF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Vertikaler Textplatzhalter 2">
            <a:extLst>
              <a:ext uri="{FF2B5EF4-FFF2-40B4-BE49-F238E27FC236}">
                <a16:creationId xmlns:a16="http://schemas.microsoft.com/office/drawing/2014/main" id="{41BF2BC9-AF50-2EF9-584E-AFB83A24B87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6ECD2F66-C862-09D4-A7C8-A05A6EB11F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A4640-EBE0-4C25-B560-351B48525149}" type="datetimeFigureOut">
              <a:rPr lang="de-DE" smtClean="0"/>
              <a:t>16.11.2025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44083216-02F4-7F6A-43FB-7A6CB0E004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213A909B-D35C-C4ED-6FD8-1DD5FF2890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F389BB-E08F-463F-BC24-7F89AAE6D028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78563780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platzhalter 1">
            <a:extLst>
              <a:ext uri="{FF2B5EF4-FFF2-40B4-BE49-F238E27FC236}">
                <a16:creationId xmlns:a16="http://schemas.microsoft.com/office/drawing/2014/main" id="{989CAF01-4BAF-7663-8D27-E58AA8A545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B46E7896-11F0-B362-3B5D-3AC2EE71EFA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F3D79783-12D7-6727-08D3-7053427F037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61A4640-EBE0-4C25-B560-351B48525149}" type="datetimeFigureOut">
              <a:rPr lang="de-DE" smtClean="0"/>
              <a:t>16.11.2025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CE1CEBBF-46CD-6507-1AE4-6FEA0A6044E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82A62D54-8CCA-4590-1E1B-66299ABF983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BF389BB-E08F-463F-BC24-7F89AAE6D028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54869064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hteck 3">
            <a:extLst>
              <a:ext uri="{FF2B5EF4-FFF2-40B4-BE49-F238E27FC236}">
                <a16:creationId xmlns:a16="http://schemas.microsoft.com/office/drawing/2014/main" id="{B1EB51A1-4F65-8055-EF03-AB26B8BC70C3}"/>
              </a:ext>
            </a:extLst>
          </p:cNvPr>
          <p:cNvSpPr/>
          <p:nvPr/>
        </p:nvSpPr>
        <p:spPr>
          <a:xfrm>
            <a:off x="88490" y="1140542"/>
            <a:ext cx="4159045" cy="1976284"/>
          </a:xfrm>
          <a:prstGeom prst="rect">
            <a:avLst/>
          </a:prstGeom>
          <a:solidFill>
            <a:schemeClr val="bg2"/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sz="1200" dirty="0">
                <a:latin typeface="Helvetica" panose="020B0604020202020204" pitchFamily="34" charset="0"/>
                <a:ea typeface="Cambria" panose="02040503050406030204" pitchFamily="18" charset="0"/>
                <a:cs typeface="Helvetica" panose="020B0604020202020204" pitchFamily="34" charset="0"/>
              </a:rPr>
              <a:t>“Describe the</a:t>
            </a:r>
          </a:p>
          <a:p>
            <a:r>
              <a:rPr lang="en-US" sz="1200" dirty="0">
                <a:latin typeface="Helvetica" panose="020B0604020202020204" pitchFamily="34" charset="0"/>
                <a:ea typeface="Cambria" panose="02040503050406030204" pitchFamily="18" charset="0"/>
                <a:cs typeface="Helvetica" panose="020B0604020202020204" pitchFamily="34" charset="0"/>
              </a:rPr>
              <a:t>image briefly and precisely using the object data provided.</a:t>
            </a:r>
          </a:p>
          <a:p>
            <a:r>
              <a:rPr lang="en-US" sz="1200" dirty="0">
                <a:latin typeface="Helvetica" panose="020B0604020202020204" pitchFamily="34" charset="0"/>
                <a:ea typeface="Cambria" panose="02040503050406030204" pitchFamily="18" charset="0"/>
                <a:cs typeface="Helvetica" panose="020B0604020202020204" pitchFamily="34" charset="0"/>
              </a:rPr>
              <a:t> </a:t>
            </a:r>
          </a:p>
          <a:p>
            <a:r>
              <a:rPr lang="en-US" sz="1200" dirty="0">
                <a:latin typeface="Helvetica" panose="020B0604020202020204" pitchFamily="34" charset="0"/>
                <a:ea typeface="Cambria" panose="02040503050406030204" pitchFamily="18" charset="0"/>
                <a:cs typeface="Helvetica" panose="020B0604020202020204" pitchFamily="34" charset="0"/>
              </a:rPr>
              <a:t>{object_description }</a:t>
            </a:r>
          </a:p>
          <a:p>
            <a:r>
              <a:rPr lang="en-US" sz="1200" dirty="0">
                <a:latin typeface="Helvetica" panose="020B0604020202020204" pitchFamily="34" charset="0"/>
                <a:ea typeface="Cambria" panose="02040503050406030204" pitchFamily="18" charset="0"/>
                <a:cs typeface="Helvetica" panose="020B0604020202020204" pitchFamily="34" charset="0"/>
              </a:rPr>
              <a:t> </a:t>
            </a:r>
          </a:p>
          <a:p>
            <a:r>
              <a:rPr lang="en-US" sz="1200" dirty="0">
                <a:latin typeface="Helvetica" panose="020B0604020202020204" pitchFamily="34" charset="0"/>
                <a:ea typeface="Cambria" panose="02040503050406030204" pitchFamily="18" charset="0"/>
                <a:cs typeface="Helvetica" panose="020B0604020202020204" pitchFamily="34" charset="0"/>
              </a:rPr>
              <a:t>Please describe</a:t>
            </a:r>
          </a:p>
          <a:p>
            <a:r>
              <a:rPr lang="en-US" sz="1200" dirty="0">
                <a:latin typeface="Helvetica" panose="020B0604020202020204" pitchFamily="34" charset="0"/>
                <a:ea typeface="Cambria" panose="02040503050406030204" pitchFamily="18" charset="0"/>
                <a:cs typeface="Helvetica" panose="020B0604020202020204" pitchFamily="34" charset="0"/>
              </a:rPr>
              <a:t>what can be seen in the image, where important objects are located, and provide</a:t>
            </a:r>
          </a:p>
          <a:p>
            <a:r>
              <a:rPr lang="en-US" sz="1200" dirty="0">
                <a:latin typeface="Helvetica" panose="020B0604020202020204" pitchFamily="34" charset="0"/>
                <a:ea typeface="Cambria" panose="02040503050406030204" pitchFamily="18" charset="0"/>
                <a:cs typeface="Helvetica" panose="020B0604020202020204" pitchFamily="34" charset="0"/>
              </a:rPr>
              <a:t>information about possible obstacles.”</a:t>
            </a:r>
          </a:p>
          <a:p>
            <a:pPr algn="ctr"/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411074426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43</Words>
  <Application>Microsoft Office PowerPoint</Application>
  <PresentationFormat>Breitbild</PresentationFormat>
  <Paragraphs>8</Paragraphs>
  <Slides>1</Slides>
  <Notes>0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4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1</vt:i4>
      </vt:variant>
    </vt:vector>
  </HeadingPairs>
  <TitlesOfParts>
    <vt:vector size="6" baseType="lpstr">
      <vt:lpstr>Aptos</vt:lpstr>
      <vt:lpstr>Aptos Display</vt:lpstr>
      <vt:lpstr>Arial</vt:lpstr>
      <vt:lpstr>Helvetica</vt:lpstr>
      <vt:lpstr>Office</vt:lpstr>
      <vt:lpstr>PowerPoint-Präsentation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TK La</dc:creator>
  <cp:lastModifiedBy>TK La</cp:lastModifiedBy>
  <cp:revision>1</cp:revision>
  <dcterms:created xsi:type="dcterms:W3CDTF">2025-11-16T21:05:50Z</dcterms:created>
  <dcterms:modified xsi:type="dcterms:W3CDTF">2025-11-16T21:13:28Z</dcterms:modified>
</cp:coreProperties>
</file>