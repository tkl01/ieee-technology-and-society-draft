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200" d="100"/>
          <a:sy n="200" d="100"/>
        </p:scale>
        <p:origin x="144" y="-8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E0C0AE-7FED-9981-F076-49D22189EF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9535DA0-893D-B0DD-6311-537AB78F93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F34666-E84A-F80C-0E73-09D8C47AD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A4640-EBE0-4C25-B560-351B4852514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EF20CA0-F741-7707-046A-6A2BF17F4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F157D8D-0012-6E24-D40F-DB84583BE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3523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0E6B9F-D4C8-BB69-1E61-29D2DF7DF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2C9A6B-03DB-69A0-825C-4A2050F26A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021534-1F9F-D5C2-57E7-BFE8D021D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A4640-EBE0-4C25-B560-351B4852514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66E7D9-EBC4-A598-5468-5A4F576A7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FA7755-0655-C2AC-AE24-197C73AC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345674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563A3F-A532-B367-60D4-D85B131EA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A4BFB3B-32D2-B010-601E-F899A9EE4E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F5E9B9E-8689-AC6E-C9EC-2D9B80A94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A4640-EBE0-4C25-B560-351B4852514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5C70DB8-8A42-716C-F989-094869237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B5811F0-3094-80A9-FBF2-DC6A75235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0698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B3F0D4-9135-40EA-DBF2-1CA9282A3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38EF25-85B8-610C-559C-66EFE8E1C4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AB7721D-8F20-C44E-8EA4-DF799F092A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9476346-6A2D-2E1E-37FD-BB1E3F482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A4640-EBE0-4C25-B560-351B4852514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A62E745-AC7B-5564-0D2A-827543F70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D38FE14-A355-5298-5563-6A3759A76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942152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36691E-0AC7-423F-2AA2-CF1D108504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790538-C942-49D0-22A0-527C454CE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21F3BFB-3862-B283-472A-749AF2F617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11F2876-1DD9-FFCE-6E8F-FBAA754867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249B971-DC00-CFCB-AD6D-94F43E501E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8BCB8C8-128D-CD41-34B2-FCB883100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A4640-EBE0-4C25-B560-351B4852514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20CDB5B-70BD-B971-0F15-59915C9CD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1E4137F-324F-DE5F-BC52-93522378D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1843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F33D8C-9E7E-7DDD-906A-31FA61581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A5A9C00-D6E8-0370-7E66-7BB9C77FA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A4640-EBE0-4C25-B560-351B4852514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386A438-6E09-D873-E790-60AB95BE5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B7517D-86DB-8C3B-F366-2C70EEF59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73437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A8537D3-CB7D-506B-6623-34FF4F542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A4640-EBE0-4C25-B560-351B4852514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67B5638-C507-09D7-2699-CB08B6B38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E10EA1-F338-88C5-DAA2-62512160F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10215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303008-A338-8663-9B52-0988A5D90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CD6BAB-0D9D-3889-15D5-28A64615B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E5B2A10-4875-0AB6-3DDF-896D933045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2C3FB9A-F280-5E5B-C09D-4E6A6D692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A4640-EBE0-4C25-B560-351B4852514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EB0754C-34A3-63FA-422B-3E441E528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F0BE725-421C-1995-2367-1347223CD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3109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0061AA-19C3-8A0E-ECA7-726A9B039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C772842-2D93-0878-DC40-66F6DBF6C8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8426CB2-4D80-AEC9-E24C-5418409C06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C703BD7-7DC3-1371-B2E0-0BBD799E5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A4640-EBE0-4C25-B560-351B4852514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DC0C2EE-5608-1F1D-A278-2C11F9E01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06DDA6D-3F56-DC43-3942-77093032D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8256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E61AAD-A75F-94F8-2752-9B2AF0B1A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977383E-7715-F011-45D4-23F307FC8F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A01A159-B617-0FA0-5896-538D0C9AB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A4640-EBE0-4C25-B560-351B4852514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80B2825-987A-10BD-E7AA-3CAA55E3B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AACB1F-E320-F3A9-17A0-E5BD94F2D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88633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BD16389-FFE2-F6F4-49F7-2592EF474F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1BF2BC9-AF50-2EF9-584E-AFB83A24B8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ECD2F66-C862-09D4-A7C8-A05A6EB11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A4640-EBE0-4C25-B560-351B4852514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4083216-02F4-7F6A-43FB-7A6CB0E00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3A909B-D35C-C4ED-6FD8-1DD5FF289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5637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89CAF01-4BAF-7663-8D27-E58AA8A54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46E7896-11F0-B362-3B5D-3AC2EE71E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D79783-12D7-6727-08D3-7053427F03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1A4640-EBE0-4C25-B560-351B4852514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1CEBBF-46CD-6507-1AE4-6FEA0A604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A62D54-8CCA-4590-1E1B-66299ABF98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48690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B1EB51A1-4F65-8055-EF03-AB26B8BC70C3}"/>
              </a:ext>
            </a:extLst>
          </p:cNvPr>
          <p:cNvSpPr/>
          <p:nvPr/>
        </p:nvSpPr>
        <p:spPr>
          <a:xfrm>
            <a:off x="88491" y="1140542"/>
            <a:ext cx="3883742" cy="1793158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000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“Describe the</a:t>
            </a:r>
          </a:p>
          <a:p>
            <a:r>
              <a:rPr lang="en-US" sz="1000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image briefly and precisely using the object data provided.</a:t>
            </a:r>
          </a:p>
          <a:p>
            <a:r>
              <a:rPr lang="en-US" sz="1000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 </a:t>
            </a:r>
          </a:p>
          <a:p>
            <a:r>
              <a:rPr lang="en-US" sz="1000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{object_description}</a:t>
            </a:r>
          </a:p>
          <a:p>
            <a:r>
              <a:rPr lang="en-US" sz="1000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 </a:t>
            </a:r>
          </a:p>
          <a:p>
            <a:r>
              <a:rPr lang="en-US" sz="1000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Please describe</a:t>
            </a:r>
          </a:p>
          <a:p>
            <a:r>
              <a:rPr lang="en-US" sz="1000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what can be seen in the image, where important objects are located, and provide</a:t>
            </a:r>
          </a:p>
          <a:p>
            <a:r>
              <a:rPr lang="en-US" sz="1000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information about possible obstacles.”</a:t>
            </a:r>
          </a:p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10744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Office PowerPoint</Application>
  <PresentationFormat>Breitbild</PresentationFormat>
  <Paragraphs>8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TK La</dc:creator>
  <cp:lastModifiedBy>TK La</cp:lastModifiedBy>
  <cp:revision>2</cp:revision>
  <dcterms:created xsi:type="dcterms:W3CDTF">2025-11-16T21:05:50Z</dcterms:created>
  <dcterms:modified xsi:type="dcterms:W3CDTF">2025-11-17T11:29:44Z</dcterms:modified>
</cp:coreProperties>
</file>