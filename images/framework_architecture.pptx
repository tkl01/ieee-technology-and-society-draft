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856602-A312-040C-1DAF-3B5C46A972E1}" v="145" dt="2025-09-07T16:08:54.516"/>
    <p1510:client id="{865CE8F9-579F-60DC-39B0-59E5B904C3C1}" v="4" dt="2025-09-07T02:31:05.826"/>
    <p1510:client id="{E9A1744F-2F89-B750-AD93-BE9555AD5AC9}" v="286" dt="2025-09-07T01:59:37.7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, Trung Kien" userId="S::uas0015624@stud.fra-uas.de::a9b9c998-5aab-4e89-af6d-d527f5f74042" providerId="AD" clId="Web-{E9A1744F-2F89-B750-AD93-BE9555AD5AC9}"/>
    <pc:docChg chg="addSld modSld">
      <pc:chgData name="La, Trung Kien" userId="S::uas0015624@stud.fra-uas.de::a9b9c998-5aab-4e89-af6d-d527f5f74042" providerId="AD" clId="Web-{E9A1744F-2F89-B750-AD93-BE9555AD5AC9}" dt="2025-09-07T01:59:37.761" v="195" actId="1076"/>
      <pc:docMkLst>
        <pc:docMk/>
      </pc:docMkLst>
      <pc:sldChg chg="addSp delSp modSp new">
        <pc:chgData name="La, Trung Kien" userId="S::uas0015624@stud.fra-uas.de::a9b9c998-5aab-4e89-af6d-d527f5f74042" providerId="AD" clId="Web-{E9A1744F-2F89-B750-AD93-BE9555AD5AC9}" dt="2025-09-07T01:59:37.761" v="195" actId="1076"/>
        <pc:sldMkLst>
          <pc:docMk/>
          <pc:sldMk cId="1767383390" sldId="258"/>
        </pc:sldMkLst>
        <pc:spChg chg="del">
          <ac:chgData name="La, Trung Kien" userId="S::uas0015624@stud.fra-uas.de::a9b9c998-5aab-4e89-af6d-d527f5f74042" providerId="AD" clId="Web-{E9A1744F-2F89-B750-AD93-BE9555AD5AC9}" dt="2025-09-07T01:46:40.406" v="1"/>
          <ac:spMkLst>
            <pc:docMk/>
            <pc:sldMk cId="1767383390" sldId="258"/>
            <ac:spMk id="2" creationId="{F2590B9D-7AB2-E1E9-1666-255EF97DC019}"/>
          </ac:spMkLst>
        </pc:spChg>
        <pc:spChg chg="del">
          <ac:chgData name="La, Trung Kien" userId="S::uas0015624@stud.fra-uas.de::a9b9c998-5aab-4e89-af6d-d527f5f74042" providerId="AD" clId="Web-{E9A1744F-2F89-B750-AD93-BE9555AD5AC9}" dt="2025-09-07T01:46:46.453" v="2"/>
          <ac:spMkLst>
            <pc:docMk/>
            <pc:sldMk cId="1767383390" sldId="258"/>
            <ac:spMk id="3" creationId="{124B667D-4A18-54CB-86E2-571559A9CB98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7:23.493" v="166" actId="20577"/>
          <ac:spMkLst>
            <pc:docMk/>
            <pc:sldMk cId="1767383390" sldId="258"/>
            <ac:spMk id="9" creationId="{381A3CF9-FE27-8B94-277D-DE2AE7134E96}"/>
          </ac:spMkLst>
        </pc:spChg>
        <pc:spChg chg="add del">
          <ac:chgData name="La, Trung Kien" userId="S::uas0015624@stud.fra-uas.de::a9b9c998-5aab-4e89-af6d-d527f5f74042" providerId="AD" clId="Web-{E9A1744F-2F89-B750-AD93-BE9555AD5AC9}" dt="2025-09-07T01:48:35.940" v="21"/>
          <ac:spMkLst>
            <pc:docMk/>
            <pc:sldMk cId="1767383390" sldId="258"/>
            <ac:spMk id="16" creationId="{B56C0CCD-3A62-136F-1585-CA3019903155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6:51.133" v="158" actId="1076"/>
          <ac:spMkLst>
            <pc:docMk/>
            <pc:sldMk cId="1767383390" sldId="258"/>
            <ac:spMk id="17" creationId="{B7A4A897-855A-9DBA-8742-BE3EB5B74F03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9:30.042" v="193" actId="20577"/>
          <ac:spMkLst>
            <pc:docMk/>
            <pc:sldMk cId="1767383390" sldId="258"/>
            <ac:spMk id="22" creationId="{81967AF1-99CC-3BE9-89D3-61CE12295646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9:37.761" v="195" actId="1076"/>
          <ac:spMkLst>
            <pc:docMk/>
            <pc:sldMk cId="1767383390" sldId="258"/>
            <ac:spMk id="23" creationId="{3C103913-A39F-A0C4-A0F9-F335E68D9E44}"/>
          </ac:spMkLst>
        </pc:spChg>
        <pc:picChg chg="add mod">
          <ac:chgData name="La, Trung Kien" userId="S::uas0015624@stud.fra-uas.de::a9b9c998-5aab-4e89-af6d-d527f5f74042" providerId="AD" clId="Web-{E9A1744F-2F89-B750-AD93-BE9555AD5AC9}" dt="2025-09-07T01:56:38.553" v="152" actId="1076"/>
          <ac:picMkLst>
            <pc:docMk/>
            <pc:sldMk cId="1767383390" sldId="258"/>
            <ac:picMk id="5" creationId="{94BFCD49-D30F-578E-203B-E4A39A489E11}"/>
          </ac:picMkLst>
        </pc:picChg>
        <pc:picChg chg="add mod">
          <ac:chgData name="La, Trung Kien" userId="S::uas0015624@stud.fra-uas.de::a9b9c998-5aab-4e89-af6d-d527f5f74042" providerId="AD" clId="Web-{E9A1744F-2F89-B750-AD93-BE9555AD5AC9}" dt="2025-09-07T01:56:38.553" v="151" actId="1076"/>
          <ac:picMkLst>
            <pc:docMk/>
            <pc:sldMk cId="1767383390" sldId="258"/>
            <ac:picMk id="7" creationId="{2F63802A-451A-22B8-3E50-1BDA748F55E6}"/>
          </ac:picMkLst>
        </pc:picChg>
        <pc:picChg chg="add mod">
          <ac:chgData name="La, Trung Kien" userId="S::uas0015624@stud.fra-uas.de::a9b9c998-5aab-4e89-af6d-d527f5f74042" providerId="AD" clId="Web-{E9A1744F-2F89-B750-AD93-BE9555AD5AC9}" dt="2025-09-07T01:56:48.227" v="157" actId="1076"/>
          <ac:picMkLst>
            <pc:docMk/>
            <pc:sldMk cId="1767383390" sldId="258"/>
            <ac:picMk id="10" creationId="{3BBEA6F8-F2D0-44CB-8227-0FCCCCFA69BE}"/>
          </ac:picMkLst>
        </pc:picChg>
        <pc:picChg chg="add del">
          <ac:chgData name="La, Trung Kien" userId="S::uas0015624@stud.fra-uas.de::a9b9c998-5aab-4e89-af6d-d527f5f74042" providerId="AD" clId="Web-{E9A1744F-2F89-B750-AD93-BE9555AD5AC9}" dt="2025-09-07T01:48:35.940" v="23"/>
          <ac:picMkLst>
            <pc:docMk/>
            <pc:sldMk cId="1767383390" sldId="258"/>
            <ac:picMk id="12" creationId="{4E87C63F-9FFE-7DD4-F4AA-2D146A2ABD0F}"/>
          </ac:picMkLst>
        </pc:picChg>
        <pc:picChg chg="add del">
          <ac:chgData name="La, Trung Kien" userId="S::uas0015624@stud.fra-uas.de::a9b9c998-5aab-4e89-af6d-d527f5f74042" providerId="AD" clId="Web-{E9A1744F-2F89-B750-AD93-BE9555AD5AC9}" dt="2025-09-07T01:48:35.940" v="22"/>
          <ac:picMkLst>
            <pc:docMk/>
            <pc:sldMk cId="1767383390" sldId="258"/>
            <ac:picMk id="14" creationId="{D699C07A-DB92-3137-0951-3291744FA201}"/>
          </ac:picMkLst>
        </pc:picChg>
        <pc:cxnChg chg="add del">
          <ac:chgData name="La, Trung Kien" userId="S::uas0015624@stud.fra-uas.de::a9b9c998-5aab-4e89-af6d-d527f5f74042" providerId="AD" clId="Web-{E9A1744F-2F89-B750-AD93-BE9555AD5AC9}" dt="2025-09-07T01:51:22.707" v="65"/>
          <ac:cxnSpMkLst>
            <pc:docMk/>
            <pc:sldMk cId="1767383390" sldId="258"/>
            <ac:cxnSpMk id="18" creationId="{E3ADA8FF-97CC-B39D-ECF7-9B1A52BB58FB}"/>
          </ac:cxnSpMkLst>
        </pc:cxnChg>
        <pc:cxnChg chg="add mod">
          <ac:chgData name="La, Trung Kien" userId="S::uas0015624@stud.fra-uas.de::a9b9c998-5aab-4e89-af6d-d527f5f74042" providerId="AD" clId="Web-{E9A1744F-2F89-B750-AD93-BE9555AD5AC9}" dt="2025-09-07T01:56:55.977" v="159" actId="14100"/>
          <ac:cxnSpMkLst>
            <pc:docMk/>
            <pc:sldMk cId="1767383390" sldId="258"/>
            <ac:cxnSpMk id="19" creationId="{AE809F24-EECA-14CE-4B08-E502BBFBC05E}"/>
          </ac:cxnSpMkLst>
        </pc:cxnChg>
        <pc:cxnChg chg="add del mod">
          <ac:chgData name="La, Trung Kien" userId="S::uas0015624@stud.fra-uas.de::a9b9c998-5aab-4e89-af6d-d527f5f74042" providerId="AD" clId="Web-{E9A1744F-2F89-B750-AD93-BE9555AD5AC9}" dt="2025-09-07T01:52:42.521" v="73"/>
          <ac:cxnSpMkLst>
            <pc:docMk/>
            <pc:sldMk cId="1767383390" sldId="258"/>
            <ac:cxnSpMk id="20" creationId="{FD78349D-FAC7-8CB5-BC2B-E50F52EE81D1}"/>
          </ac:cxnSpMkLst>
        </pc:cxnChg>
        <pc:cxnChg chg="add mod">
          <ac:chgData name="La, Trung Kien" userId="S::uas0015624@stud.fra-uas.de::a9b9c998-5aab-4e89-af6d-d527f5f74042" providerId="AD" clId="Web-{E9A1744F-2F89-B750-AD93-BE9555AD5AC9}" dt="2025-09-07T01:57:04.165" v="160" actId="14100"/>
          <ac:cxnSpMkLst>
            <pc:docMk/>
            <pc:sldMk cId="1767383390" sldId="258"/>
            <ac:cxnSpMk id="21" creationId="{0A73008F-098C-7CCB-F1D4-C49D957D22F2}"/>
          </ac:cxnSpMkLst>
        </pc:cxnChg>
      </pc:sldChg>
    </pc:docChg>
  </pc:docChgLst>
  <pc:docChgLst>
    <pc:chgData name="La, Trung Kien" userId="S::uas0015624@stud.fra-uas.de::a9b9c998-5aab-4e89-af6d-d527f5f74042" providerId="AD" clId="Web-{A6812F45-1399-30A1-BFA6-FE93DA4B1B5A}"/>
    <pc:docChg chg="modSld">
      <pc:chgData name="La, Trung Kien" userId="S::uas0015624@stud.fra-uas.de::a9b9c998-5aab-4e89-af6d-d527f5f74042" providerId="AD" clId="Web-{A6812F45-1399-30A1-BFA6-FE93DA4B1B5A}" dt="2025-08-19T16:00:15.568" v="33" actId="1076"/>
      <pc:docMkLst>
        <pc:docMk/>
      </pc:docMkLst>
      <pc:sldChg chg="modSp">
        <pc:chgData name="La, Trung Kien" userId="S::uas0015624@stud.fra-uas.de::a9b9c998-5aab-4e89-af6d-d527f5f74042" providerId="AD" clId="Web-{A6812F45-1399-30A1-BFA6-FE93DA4B1B5A}" dt="2025-08-19T16:00:15.568" v="33" actId="1076"/>
        <pc:sldMkLst>
          <pc:docMk/>
          <pc:sldMk cId="123882738" sldId="257"/>
        </pc:sldMkLst>
        <pc:spChg chg="mod">
          <ac:chgData name="La, Trung Kien" userId="S::uas0015624@stud.fra-uas.de::a9b9c998-5aab-4e89-af6d-d527f5f74042" providerId="AD" clId="Web-{A6812F45-1399-30A1-BFA6-FE93DA4B1B5A}" dt="2025-08-19T15:59:18.003" v="23" actId="14100"/>
          <ac:spMkLst>
            <pc:docMk/>
            <pc:sldMk cId="123882738" sldId="257"/>
            <ac:spMk id="90" creationId="{43E92C48-8564-31B5-0335-EBECF33D63F6}"/>
          </ac:spMkLst>
        </pc:spChg>
        <pc:spChg chg="mod">
          <ac:chgData name="La, Trung Kien" userId="S::uas0015624@stud.fra-uas.de::a9b9c998-5aab-4e89-af6d-d527f5f74042" providerId="AD" clId="Web-{A6812F45-1399-30A1-BFA6-FE93DA4B1B5A}" dt="2025-08-19T15:59:03.253" v="22" actId="1076"/>
          <ac:spMkLst>
            <pc:docMk/>
            <pc:sldMk cId="123882738" sldId="257"/>
            <ac:spMk id="91" creationId="{909688B7-C360-3570-7533-7A72C0EAFCCD}"/>
          </ac:spMkLst>
        </pc:spChg>
        <pc:spChg chg="mod">
          <ac:chgData name="La, Trung Kien" userId="S::uas0015624@stud.fra-uas.de::a9b9c998-5aab-4e89-af6d-d527f5f74042" providerId="AD" clId="Web-{A6812F45-1399-30A1-BFA6-FE93DA4B1B5A}" dt="2025-08-19T16:00:15.568" v="33" actId="1076"/>
          <ac:spMkLst>
            <pc:docMk/>
            <pc:sldMk cId="123882738" sldId="257"/>
            <ac:spMk id="92" creationId="{1A1A7B47-996D-BC4D-1186-9421F41CCE70}"/>
          </ac:spMkLst>
        </pc:spChg>
        <pc:grpChg chg="mod">
          <ac:chgData name="La, Trung Kien" userId="S::uas0015624@stud.fra-uas.de::a9b9c998-5aab-4e89-af6d-d527f5f74042" providerId="AD" clId="Web-{A6812F45-1399-30A1-BFA6-FE93DA4B1B5A}" dt="2025-08-19T15:58:07.189" v="0" actId="1076"/>
          <ac:grpSpMkLst>
            <pc:docMk/>
            <pc:sldMk cId="123882738" sldId="257"/>
            <ac:grpSpMk id="104" creationId="{56DE8767-6B4C-A067-2937-C26BDC6F08A9}"/>
          </ac:grpSpMkLst>
        </pc:grpChg>
      </pc:sldChg>
    </pc:docChg>
  </pc:docChgLst>
  <pc:docChgLst>
    <pc:chgData name="La, Trung Kien" userId="S::uas0015624@stud.fra-uas.de::a9b9c998-5aab-4e89-af6d-d527f5f74042" providerId="AD" clId="Web-{865CE8F9-579F-60DC-39B0-59E5B904C3C1}"/>
    <pc:docChg chg="modSld">
      <pc:chgData name="La, Trung Kien" userId="S::uas0015624@stud.fra-uas.de::a9b9c998-5aab-4e89-af6d-d527f5f74042" providerId="AD" clId="Web-{865CE8F9-579F-60DC-39B0-59E5B904C3C1}" dt="2025-09-07T02:31:05.826" v="1" actId="20577"/>
      <pc:docMkLst>
        <pc:docMk/>
      </pc:docMkLst>
      <pc:sldChg chg="modSp">
        <pc:chgData name="La, Trung Kien" userId="S::uas0015624@stud.fra-uas.de::a9b9c998-5aab-4e89-af6d-d527f5f74042" providerId="AD" clId="Web-{865CE8F9-579F-60DC-39B0-59E5B904C3C1}" dt="2025-09-07T02:31:05.826" v="1" actId="20577"/>
        <pc:sldMkLst>
          <pc:docMk/>
          <pc:sldMk cId="1767383390" sldId="258"/>
        </pc:sldMkLst>
        <pc:spChg chg="mod">
          <ac:chgData name="La, Trung Kien" userId="S::uas0015624@stud.fra-uas.de::a9b9c998-5aab-4e89-af6d-d527f5f74042" providerId="AD" clId="Web-{865CE8F9-579F-60DC-39B0-59E5B904C3C1}" dt="2025-09-07T02:31:05.826" v="1" actId="20577"/>
          <ac:spMkLst>
            <pc:docMk/>
            <pc:sldMk cId="1767383390" sldId="258"/>
            <ac:spMk id="17" creationId="{B7A4A897-855A-9DBA-8742-BE3EB5B74F03}"/>
          </ac:spMkLst>
        </pc:spChg>
      </pc:sldChg>
    </pc:docChg>
  </pc:docChgLst>
  <pc:docChgLst>
    <pc:chgData name="La, Trung Kien" userId="S::uas0015624@stud.fra-uas.de::a9b9c998-5aab-4e89-af6d-d527f5f74042" providerId="AD" clId="Web-{36B9D7BF-A3C4-2D06-B79E-FA883EA0434D}"/>
    <pc:docChg chg="addSld delSld modSld">
      <pc:chgData name="La, Trung Kien" userId="S::uas0015624@stud.fra-uas.de::a9b9c998-5aab-4e89-af6d-d527f5f74042" providerId="AD" clId="Web-{36B9D7BF-A3C4-2D06-B79E-FA883EA0434D}" dt="2025-08-19T15:51:48.926" v="866" actId="1076"/>
      <pc:docMkLst>
        <pc:docMk/>
      </pc:docMkLst>
      <pc:sldChg chg="addSp delSp modSp del">
        <pc:chgData name="La, Trung Kien" userId="S::uas0015624@stud.fra-uas.de::a9b9c998-5aab-4e89-af6d-d527f5f74042" providerId="AD" clId="Web-{36B9D7BF-A3C4-2D06-B79E-FA883EA0434D}" dt="2025-08-19T14:37:19.212" v="227"/>
        <pc:sldMkLst>
          <pc:docMk/>
          <pc:sldMk cId="109857222" sldId="256"/>
        </pc:sldMkLst>
      </pc:sldChg>
      <pc:sldChg chg="addSp delSp modSp add replId">
        <pc:chgData name="La, Trung Kien" userId="S::uas0015624@stud.fra-uas.de::a9b9c998-5aab-4e89-af6d-d527f5f74042" providerId="AD" clId="Web-{36B9D7BF-A3C4-2D06-B79E-FA883EA0434D}" dt="2025-08-19T15:51:48.926" v="866" actId="1076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36B9D7BF-A3C4-2D06-B79E-FA883EA0434D}" dt="2025-08-19T15:18:37.415" v="551" actId="14100"/>
          <ac:spMkLst>
            <pc:docMk/>
            <pc:sldMk cId="123882738" sldId="257"/>
            <ac:spMk id="9" creationId="{55C2815F-D923-45F3-AA79-AD7ED4E1787F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19:34.766" v="128"/>
          <ac:spMkLst>
            <pc:docMk/>
            <pc:sldMk cId="123882738" sldId="257"/>
            <ac:spMk id="22" creationId="{AB0926FE-90BA-8393-3470-172E62CE252E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44:25.635" v="288" actId="1076"/>
          <ac:spMkLst>
            <pc:docMk/>
            <pc:sldMk cId="123882738" sldId="257"/>
            <ac:spMk id="23" creationId="{5BA1D624-08CF-56B9-278E-F1C35BDAD701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20:25.315" v="136" actId="1076"/>
          <ac:spMkLst>
            <pc:docMk/>
            <pc:sldMk cId="123882738" sldId="257"/>
            <ac:spMk id="24" creationId="{A5F74D18-F226-5415-2C02-3F075573DB39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41:28.705" v="267" actId="14100"/>
          <ac:spMkLst>
            <pc:docMk/>
            <pc:sldMk cId="123882738" sldId="257"/>
            <ac:spMk id="49" creationId="{EB2C8488-D166-BBC5-C84A-1535293BF4BE}"/>
          </ac:spMkLst>
        </pc:spChg>
        <pc:spChg chg="add mod ord">
          <ac:chgData name="La, Trung Kien" userId="S::uas0015624@stud.fra-uas.de::a9b9c998-5aab-4e89-af6d-d527f5f74042" providerId="AD" clId="Web-{36B9D7BF-A3C4-2D06-B79E-FA883EA0434D}" dt="2025-08-19T14:41:18.626" v="264" actId="1076"/>
          <ac:spMkLst>
            <pc:docMk/>
            <pc:sldMk cId="123882738" sldId="257"/>
            <ac:spMk id="50" creationId="{CE5D21E9-9BEE-FFCC-E96A-FC20AA9F69E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18:37.415" v="531" actId="14100"/>
          <ac:spMkLst>
            <pc:docMk/>
            <pc:sldMk cId="123882738" sldId="257"/>
            <ac:spMk id="81" creationId="{45BF3B17-B503-98F3-95F1-8D7284439320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26.374" v="838" actId="20577"/>
          <ac:spMkLst>
            <pc:docMk/>
            <pc:sldMk cId="123882738" sldId="257"/>
            <ac:spMk id="85" creationId="{B2863921-4AD7-2187-5169-B52887C5BB7C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0:55.342" v="591" actId="1076"/>
          <ac:spMkLst>
            <pc:docMk/>
            <pc:sldMk cId="123882738" sldId="257"/>
            <ac:spMk id="86" creationId="{C2D1C9D3-15D1-E5B4-37C9-DC88D0B7A2ED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4:22.506" v="670" actId="1076"/>
          <ac:spMkLst>
            <pc:docMk/>
            <pc:sldMk cId="123882738" sldId="257"/>
            <ac:spMk id="87" creationId="{C9B53C97-180A-796F-2F52-ED95379D62A1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3:33.520" v="653" actId="1076"/>
          <ac:spMkLst>
            <pc:docMk/>
            <pc:sldMk cId="123882738" sldId="257"/>
            <ac:spMk id="88" creationId="{0D033B80-A98E-A10E-1ED3-ABD94CBE6344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51:19.643" v="858" actId="14100"/>
          <ac:spMkLst>
            <pc:docMk/>
            <pc:sldMk cId="123882738" sldId="257"/>
            <ac:spMk id="89" creationId="{7CC47AA3-C404-D285-27D1-8CF8B1ECE79E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2:03.001" v="612" actId="1076"/>
          <ac:spMkLst>
            <pc:docMk/>
            <pc:sldMk cId="123882738" sldId="257"/>
            <ac:spMk id="90" creationId="{43E92C48-8564-31B5-0335-EBECF33D63F6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2:35.299" v="624" actId="20577"/>
          <ac:spMkLst>
            <pc:docMk/>
            <pc:sldMk cId="123882738" sldId="257"/>
            <ac:spMk id="91" creationId="{909688B7-C360-3570-7533-7A72C0EAFCCD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6:26.119" v="735" actId="1076"/>
          <ac:spMkLst>
            <pc:docMk/>
            <pc:sldMk cId="123882738" sldId="257"/>
            <ac:spMk id="92" creationId="{1A1A7B47-996D-BC4D-1186-9421F41CCE70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5:55.634" v="720" actId="1076"/>
          <ac:spMkLst>
            <pc:docMk/>
            <pc:sldMk cId="123882738" sldId="257"/>
            <ac:spMk id="93" creationId="{4F2A7021-AEA3-7AEA-4167-381E6FC76CD2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3:16.925" v="650" actId="1076"/>
          <ac:spMkLst>
            <pc:docMk/>
            <pc:sldMk cId="123882738" sldId="257"/>
            <ac:spMk id="94" creationId="{5FE6F015-A2C7-08F0-266F-947DB982543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34.484" v="840" actId="20577"/>
          <ac:spMkLst>
            <pc:docMk/>
            <pc:sldMk cId="123882738" sldId="257"/>
            <ac:spMk id="97" creationId="{2B2640E2-C560-3097-8961-39CA5284DF27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39.609" v="842" actId="20577"/>
          <ac:spMkLst>
            <pc:docMk/>
            <pc:sldMk cId="123882738" sldId="257"/>
            <ac:spMk id="99" creationId="{EB14C677-4EEC-3E45-C879-C171B7FAF17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51:36.207" v="865" actId="20577"/>
          <ac:spMkLst>
            <pc:docMk/>
            <pc:sldMk cId="123882738" sldId="257"/>
            <ac:spMk id="101" creationId="{AD88901A-6F3E-9D42-700E-AC7F0D8FECB6}"/>
          </ac:spMkLst>
        </pc:spChg>
        <pc:spChg chg="add mod ord">
          <ac:chgData name="La, Trung Kien" userId="S::uas0015624@stud.fra-uas.de::a9b9c998-5aab-4e89-af6d-d527f5f74042" providerId="AD" clId="Web-{36B9D7BF-A3C4-2D06-B79E-FA883EA0434D}" dt="2025-08-19T15:34:20.559" v="827" actId="14100"/>
          <ac:spMkLst>
            <pc:docMk/>
            <pc:sldMk cId="123882738" sldId="257"/>
            <ac:spMk id="102" creationId="{8779E75E-CE2B-64CD-FEA6-E6586EBDD975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07.029" v="836" actId="20577"/>
          <ac:spMkLst>
            <pc:docMk/>
            <pc:sldMk cId="123882738" sldId="257"/>
            <ac:spMk id="103" creationId="{BB884518-C736-E829-4178-CF9FF26239F7}"/>
          </ac:spMkLst>
        </pc:spChg>
        <pc:grpChg chg="add mod">
          <ac:chgData name="La, Trung Kien" userId="S::uas0015624@stud.fra-uas.de::a9b9c998-5aab-4e89-af6d-d527f5f74042" providerId="AD" clId="Web-{36B9D7BF-A3C4-2D06-B79E-FA883EA0434D}" dt="2025-08-19T15:18:37.415" v="545" actId="14100"/>
          <ac:grpSpMkLst>
            <pc:docMk/>
            <pc:sldMk cId="123882738" sldId="257"/>
            <ac:grpSpMk id="51" creationId="{8ADE4709-CC40-918E-C4F6-90B096817235}"/>
          </ac:grpSpMkLst>
        </pc:grpChg>
        <pc:grpChg chg="add mod">
          <ac:chgData name="La, Trung Kien" userId="S::uas0015624@stud.fra-uas.de::a9b9c998-5aab-4e89-af6d-d527f5f74042" providerId="AD" clId="Web-{36B9D7BF-A3C4-2D06-B79E-FA883EA0434D}" dt="2025-08-19T15:18:37.415" v="550" actId="14100"/>
          <ac:grpSpMkLst>
            <pc:docMk/>
            <pc:sldMk cId="123882738" sldId="257"/>
            <ac:grpSpMk id="54" creationId="{FAE5CC1B-718C-E9CB-AF16-24BC169332AD}"/>
          </ac:grpSpMkLst>
        </pc:grpChg>
        <pc:grpChg chg="add mod">
          <ac:chgData name="La, Trung Kien" userId="S::uas0015624@stud.fra-uas.de::a9b9c998-5aab-4e89-af6d-d527f5f74042" providerId="AD" clId="Web-{36B9D7BF-A3C4-2D06-B79E-FA883EA0434D}" dt="2025-08-19T15:51:48.926" v="866" actId="1076"/>
          <ac:grpSpMkLst>
            <pc:docMk/>
            <pc:sldMk cId="123882738" sldId="257"/>
            <ac:grpSpMk id="104" creationId="{56DE8767-6B4C-A067-2937-C26BDC6F08A9}"/>
          </ac:grpSpMkLst>
        </pc:grpChg>
        <pc:picChg chg="add del mod">
          <ac:chgData name="La, Trung Kien" userId="S::uas0015624@stud.fra-uas.de::a9b9c998-5aab-4e89-af6d-d527f5f74042" providerId="AD" clId="Web-{36B9D7BF-A3C4-2D06-B79E-FA883EA0434D}" dt="2025-08-19T15:36:38.252" v="846" actId="1076"/>
          <ac:picMkLst>
            <pc:docMk/>
            <pc:sldMk cId="123882738" sldId="257"/>
            <ac:picMk id="4" creationId="{AD83C555-DB44-EE36-DA58-02E53BA94F66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4" actId="14100"/>
          <ac:picMkLst>
            <pc:docMk/>
            <pc:sldMk cId="123882738" sldId="257"/>
            <ac:picMk id="10" creationId="{3DAF9981-2796-E6C3-5B8C-9626D9C9C4E7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3" actId="14100"/>
          <ac:picMkLst>
            <pc:docMk/>
            <pc:sldMk cId="123882738" sldId="257"/>
            <ac:picMk id="11" creationId="{AA310971-D5B1-B914-5F26-48099F63056E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2" actId="14100"/>
          <ac:picMkLst>
            <pc:docMk/>
            <pc:sldMk cId="123882738" sldId="257"/>
            <ac:picMk id="14" creationId="{79F503FB-4A52-1A9F-6CC9-C79CBBD9BF32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9" actId="14100"/>
          <ac:picMkLst>
            <pc:docMk/>
            <pc:sldMk cId="123882738" sldId="257"/>
            <ac:picMk id="33" creationId="{301B0E33-85A0-7D49-39D6-6692EC3C9977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8" actId="14100"/>
          <ac:picMkLst>
            <pc:docMk/>
            <pc:sldMk cId="123882738" sldId="257"/>
            <ac:picMk id="36" creationId="{B8A531CC-609B-4FED-5833-36B9FC3DCF6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7" actId="14100"/>
          <ac:picMkLst>
            <pc:docMk/>
            <pc:sldMk cId="123882738" sldId="257"/>
            <ac:picMk id="37" creationId="{B5DE17DB-4DD4-066E-04F6-CCFD7B1942EF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8" actId="14100"/>
          <ac:picMkLst>
            <pc:docMk/>
            <pc:sldMk cId="123882738" sldId="257"/>
            <ac:picMk id="72" creationId="{4072CEA9-0692-6817-5B1C-180EF110638E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7" actId="14100"/>
          <ac:picMkLst>
            <pc:docMk/>
            <pc:sldMk cId="123882738" sldId="257"/>
            <ac:picMk id="73" creationId="{4A38E199-E1FF-E335-37A7-85321A2116A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6" actId="14100"/>
          <ac:picMkLst>
            <pc:docMk/>
            <pc:sldMk cId="123882738" sldId="257"/>
            <ac:picMk id="74" creationId="{7DA6E27B-8B08-43AB-ECC8-8B9CA312E519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5" actId="14100"/>
          <ac:picMkLst>
            <pc:docMk/>
            <pc:sldMk cId="123882738" sldId="257"/>
            <ac:picMk id="75" creationId="{2FA3A73D-8264-7740-3D88-D73E3F3AF308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4" actId="14100"/>
          <ac:picMkLst>
            <pc:docMk/>
            <pc:sldMk cId="123882738" sldId="257"/>
            <ac:picMk id="76" creationId="{3692A1BD-2157-2BFE-F520-7544854E4F2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3" actId="14100"/>
          <ac:picMkLst>
            <pc:docMk/>
            <pc:sldMk cId="123882738" sldId="257"/>
            <ac:picMk id="77" creationId="{F4F72DDA-D17F-93CD-7AEA-FD6255737A9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34:02.464" v="826" actId="1076"/>
          <ac:picMkLst>
            <pc:docMk/>
            <pc:sldMk cId="123882738" sldId="257"/>
            <ac:picMk id="100" creationId="{DD2024D3-B0E2-9FE2-F7E7-A31CA55E8B1D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36:55.018" v="849" actId="1076"/>
          <ac:picMkLst>
            <pc:docMk/>
            <pc:sldMk cId="123882738" sldId="257"/>
            <ac:picMk id="105" creationId="{B59689F4-AB92-9157-0ED6-4E77305C6C06}"/>
          </ac:picMkLst>
        </pc:picChg>
        <pc:cxnChg chg="add mod">
          <ac:chgData name="La, Trung Kien" userId="S::uas0015624@stud.fra-uas.de::a9b9c998-5aab-4e89-af6d-d527f5f74042" providerId="AD" clId="Web-{36B9D7BF-A3C4-2D06-B79E-FA883EA0434D}" dt="2025-08-19T15:18:37.415" v="546" actId="14100"/>
          <ac:cxnSpMkLst>
            <pc:docMk/>
            <pc:sldMk cId="123882738" sldId="257"/>
            <ac:cxnSpMk id="48" creationId="{DC3321F0-BA06-4DEF-C89A-6D10B8242223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4" actId="14100"/>
          <ac:cxnSpMkLst>
            <pc:docMk/>
            <pc:sldMk cId="123882738" sldId="257"/>
            <ac:cxnSpMk id="52" creationId="{169A8222-4EB0-89BC-5E75-C90235C8FF4E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3" actId="14100"/>
          <ac:cxnSpMkLst>
            <pc:docMk/>
            <pc:sldMk cId="123882738" sldId="257"/>
            <ac:cxnSpMk id="53" creationId="{0F3D80FB-DB53-DAAA-D023-A2598C0B8AB5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2" actId="14100"/>
          <ac:cxnSpMkLst>
            <pc:docMk/>
            <pc:sldMk cId="123882738" sldId="257"/>
            <ac:cxnSpMk id="56" creationId="{E368688D-A1AD-E331-498C-27704C6436AC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1" actId="14100"/>
          <ac:cxnSpMkLst>
            <pc:docMk/>
            <pc:sldMk cId="123882738" sldId="257"/>
            <ac:cxnSpMk id="58" creationId="{05EC3169-D325-6AC8-75B7-FA0F9B673D7F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0" actId="14100"/>
          <ac:cxnSpMkLst>
            <pc:docMk/>
            <pc:sldMk cId="123882738" sldId="257"/>
            <ac:cxnSpMk id="59" creationId="{E7E6883C-DB3C-E1BF-D382-C44673D5E39C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39" actId="14100"/>
          <ac:cxnSpMkLst>
            <pc:docMk/>
            <pc:sldMk cId="123882738" sldId="257"/>
            <ac:cxnSpMk id="60" creationId="{D50A15D9-7EB0-44F8-37FC-9DC604F58CBB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32" actId="14100"/>
          <ac:cxnSpMkLst>
            <pc:docMk/>
            <pc:sldMk cId="123882738" sldId="257"/>
            <ac:cxnSpMk id="79" creationId="{EE5955F2-0C89-7E1E-306E-3B5F71CAFC20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0:40.206" v="761"/>
          <ac:cxnSpMkLst>
            <pc:docMk/>
            <pc:sldMk cId="123882738" sldId="257"/>
            <ac:cxnSpMk id="84" creationId="{42D69A92-A88E-6E0F-D342-713B1D49C39A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3:04.899" v="815" actId="1076"/>
          <ac:cxnSpMkLst>
            <pc:docMk/>
            <pc:sldMk cId="123882738" sldId="257"/>
            <ac:cxnSpMk id="96" creationId="{7ECD9DED-8324-55AC-554D-1298D880B0C4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3:04.914" v="817" actId="1076"/>
          <ac:cxnSpMkLst>
            <pc:docMk/>
            <pc:sldMk cId="123882738" sldId="257"/>
            <ac:cxnSpMk id="98" creationId="{E683F014-C597-0053-DA33-FCC2CC2B63EC}"/>
          </ac:cxnSpMkLst>
        </pc:cxnChg>
      </pc:sldChg>
    </pc:docChg>
  </pc:docChgLst>
  <pc:docChgLst>
    <pc:chgData name="La, Trung Kien" userId="S::uas0015624@stud.fra-uas.de::a9b9c998-5aab-4e89-af6d-d527f5f74042" providerId="AD" clId="Web-{A0E64CA7-69A9-A4C2-31B3-DCE2285A5C0A}"/>
    <pc:docChg chg="modSld">
      <pc:chgData name="La, Trung Kien" userId="S::uas0015624@stud.fra-uas.de::a9b9c998-5aab-4e89-af6d-d527f5f74042" providerId="AD" clId="Web-{A0E64CA7-69A9-A4C2-31B3-DCE2285A5C0A}" dt="2025-08-19T15:54:55.046" v="1" actId="14100"/>
      <pc:docMkLst>
        <pc:docMk/>
      </pc:docMkLst>
      <pc:sldChg chg="modSp">
        <pc:chgData name="La, Trung Kien" userId="S::uas0015624@stud.fra-uas.de::a9b9c998-5aab-4e89-af6d-d527f5f74042" providerId="AD" clId="Web-{A0E64CA7-69A9-A4C2-31B3-DCE2285A5C0A}" dt="2025-08-19T15:54:55.046" v="1" actId="14100"/>
        <pc:sldMkLst>
          <pc:docMk/>
          <pc:sldMk cId="123882738" sldId="257"/>
        </pc:sldMkLst>
        <pc:grpChg chg="mod">
          <ac:chgData name="La, Trung Kien" userId="S::uas0015624@stud.fra-uas.de::a9b9c998-5aab-4e89-af6d-d527f5f74042" providerId="AD" clId="Web-{A0E64CA7-69A9-A4C2-31B3-DCE2285A5C0A}" dt="2025-08-19T15:54:55.046" v="1" actId="14100"/>
          <ac:grpSpMkLst>
            <pc:docMk/>
            <pc:sldMk cId="123882738" sldId="257"/>
            <ac:grpSpMk id="104" creationId="{56DE8767-6B4C-A067-2937-C26BDC6F08A9}"/>
          </ac:grpSpMkLst>
        </pc:grpChg>
      </pc:sldChg>
    </pc:docChg>
  </pc:docChgLst>
  <pc:docChgLst>
    <pc:chgData name="La, Trung Kien" userId="S::uas0015624@stud.fra-uas.de::a9b9c998-5aab-4e89-af6d-d527f5f74042" providerId="AD" clId="Web-{18856602-A312-040C-1DAF-3B5C46A972E1}"/>
    <pc:docChg chg="modSld">
      <pc:chgData name="La, Trung Kien" userId="S::uas0015624@stud.fra-uas.de::a9b9c998-5aab-4e89-af6d-d527f5f74042" providerId="AD" clId="Web-{18856602-A312-040C-1DAF-3B5C46A972E1}" dt="2025-09-07T16:08:54.516" v="98" actId="20577"/>
      <pc:docMkLst>
        <pc:docMk/>
      </pc:docMkLst>
      <pc:sldChg chg="addSp modSp">
        <pc:chgData name="La, Trung Kien" userId="S::uas0015624@stud.fra-uas.de::a9b9c998-5aab-4e89-af6d-d527f5f74042" providerId="AD" clId="Web-{18856602-A312-040C-1DAF-3B5C46A972E1}" dt="2025-09-07T16:08:54.516" v="98" actId="20577"/>
        <pc:sldMkLst>
          <pc:docMk/>
          <pc:sldMk cId="1767383390" sldId="258"/>
        </pc:sldMkLst>
        <pc:spChg chg="add mod">
          <ac:chgData name="La, Trung Kien" userId="S::uas0015624@stud.fra-uas.de::a9b9c998-5aab-4e89-af6d-d527f5f74042" providerId="AD" clId="Web-{18856602-A312-040C-1DAF-3B5C46A972E1}" dt="2025-09-07T16:05:00.109" v="29" actId="20577"/>
          <ac:spMkLst>
            <pc:docMk/>
            <pc:sldMk cId="1767383390" sldId="258"/>
            <ac:spMk id="2" creationId="{FD6425F7-0EDF-D2E1-1C7A-DF11D9A4D809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4:36.327" v="26" actId="20577"/>
          <ac:spMkLst>
            <pc:docMk/>
            <pc:sldMk cId="1767383390" sldId="258"/>
            <ac:spMk id="3" creationId="{F5C73C73-E83E-9223-51C3-A0B666F7874E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6:09.719" v="51" actId="1076"/>
          <ac:spMkLst>
            <pc:docMk/>
            <pc:sldMk cId="1767383390" sldId="258"/>
            <ac:spMk id="6" creationId="{78722D4F-0BC1-5211-D6F1-94544601EE21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7:20.875" v="76" actId="1076"/>
          <ac:spMkLst>
            <pc:docMk/>
            <pc:sldMk cId="1767383390" sldId="258"/>
            <ac:spMk id="11" creationId="{BC7A2757-6DC6-13F9-87E1-E47A2013ABCA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8:54.516" v="98" actId="20577"/>
          <ac:spMkLst>
            <pc:docMk/>
            <pc:sldMk cId="1767383390" sldId="258"/>
            <ac:spMk id="13" creationId="{3DCE599A-B01F-19F2-05CE-811FC885127F}"/>
          </ac:spMkLst>
        </pc:spChg>
        <pc:cxnChg chg="add mod">
          <ac:chgData name="La, Trung Kien" userId="S::uas0015624@stud.fra-uas.de::a9b9c998-5aab-4e89-af6d-d527f5f74042" providerId="AD" clId="Web-{18856602-A312-040C-1DAF-3B5C46A972E1}" dt="2025-09-07T16:05:33.859" v="31" actId="1076"/>
          <ac:cxnSpMkLst>
            <pc:docMk/>
            <pc:sldMk cId="1767383390" sldId="258"/>
            <ac:cxnSpMk id="4" creationId="{5E8DC237-23BA-CF84-D45C-2D62F02A93F4}"/>
          </ac:cxnSpMkLst>
        </pc:cxnChg>
        <pc:cxnChg chg="add mod">
          <ac:chgData name="La, Trung Kien" userId="S::uas0015624@stud.fra-uas.de::a9b9c998-5aab-4e89-af6d-d527f5f74042" providerId="AD" clId="Web-{18856602-A312-040C-1DAF-3B5C46A972E1}" dt="2025-09-07T16:06:42.797" v="55" actId="1076"/>
          <ac:cxnSpMkLst>
            <pc:docMk/>
            <pc:sldMk cId="1767383390" sldId="258"/>
            <ac:cxnSpMk id="8" creationId="{6E1FB8D2-9F2F-9C89-EDED-9D8334212274}"/>
          </ac:cxnSpMkLst>
        </pc:cxnChg>
        <pc:cxnChg chg="add mod">
          <ac:chgData name="La, Trung Kien" userId="S::uas0015624@stud.fra-uas.de::a9b9c998-5aab-4e89-af6d-d527f5f74042" providerId="AD" clId="Web-{18856602-A312-040C-1DAF-3B5C46A972E1}" dt="2025-09-07T16:08:19.813" v="84"/>
          <ac:cxnSpMkLst>
            <pc:docMk/>
            <pc:sldMk cId="1767383390" sldId="258"/>
            <ac:cxnSpMk id="12" creationId="{C281CA0F-6E61-AFE0-9F12-BD9F09FD1405}"/>
          </ac:cxnSpMkLst>
        </pc:cxnChg>
      </pc:sldChg>
    </pc:docChg>
  </pc:docChgLst>
  <pc:docChgLst>
    <pc:chgData name="La, Trung Kien" userId="S::uas0015624@stud.fra-uas.de::a9b9c998-5aab-4e89-af6d-d527f5f74042" providerId="AD" clId="Web-{91896C77-A238-BDD0-3080-9753DCF1E304}"/>
    <pc:docChg chg="modSld">
      <pc:chgData name="La, Trung Kien" userId="S::uas0015624@stud.fra-uas.de::a9b9c998-5aab-4e89-af6d-d527f5f74042" providerId="AD" clId="Web-{91896C77-A238-BDD0-3080-9753DCF1E304}" dt="2025-08-23T10:46:08.723" v="93" actId="1076"/>
      <pc:docMkLst>
        <pc:docMk/>
      </pc:docMkLst>
      <pc:sldChg chg="addSp delSp modSp">
        <pc:chgData name="La, Trung Kien" userId="S::uas0015624@stud.fra-uas.de::a9b9c998-5aab-4e89-af6d-d527f5f74042" providerId="AD" clId="Web-{91896C77-A238-BDD0-3080-9753DCF1E304}" dt="2025-08-23T10:46:08.723" v="93" actId="1076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91896C77-A238-BDD0-3080-9753DCF1E304}" dt="2025-08-23T10:44:20.664" v="89" actId="1076"/>
          <ac:spMkLst>
            <pc:docMk/>
            <pc:sldMk cId="123882738" sldId="257"/>
            <ac:spMk id="12" creationId="{7CD8BBE4-3030-9C59-DB6D-927D7DF6C540}"/>
          </ac:spMkLst>
        </pc:spChg>
        <pc:spChg chg="add mod">
          <ac:chgData name="La, Trung Kien" userId="S::uas0015624@stud.fra-uas.de::a9b9c998-5aab-4e89-af6d-d527f5f74042" providerId="AD" clId="Web-{91896C77-A238-BDD0-3080-9753DCF1E304}" dt="2025-08-23T10:36:38.067" v="57" actId="20577"/>
          <ac:spMkLst>
            <pc:docMk/>
            <pc:sldMk cId="123882738" sldId="257"/>
            <ac:spMk id="13" creationId="{EE2E90EC-D814-7761-E80D-FFD9095DBDA8}"/>
          </ac:spMkLst>
        </pc:spChg>
        <pc:spChg chg="mod">
          <ac:chgData name="La, Trung Kien" userId="S::uas0015624@stud.fra-uas.de::a9b9c998-5aab-4e89-af6d-d527f5f74042" providerId="AD" clId="Web-{91896C77-A238-BDD0-3080-9753DCF1E304}" dt="2025-08-23T10:46:08.723" v="93" actId="1076"/>
          <ac:spMkLst>
            <pc:docMk/>
            <pc:sldMk cId="123882738" sldId="257"/>
            <ac:spMk id="89" creationId="{7CC47AA3-C404-D285-27D1-8CF8B1ECE79E}"/>
          </ac:spMkLst>
        </pc:spChg>
        <pc:picChg chg="add mod">
          <ac:chgData name="La, Trung Kien" userId="S::uas0015624@stud.fra-uas.de::a9b9c998-5aab-4e89-af6d-d527f5f74042" providerId="AD" clId="Web-{91896C77-A238-BDD0-3080-9753DCF1E304}" dt="2025-08-23T10:44:24.086" v="90" actId="1076"/>
          <ac:picMkLst>
            <pc:docMk/>
            <pc:sldMk cId="123882738" sldId="257"/>
            <ac:picMk id="6" creationId="{09FB18A4-6616-59DC-4E4C-5FA4FC7572D2}"/>
          </ac:picMkLst>
        </pc:picChg>
        <pc:picChg chg="add mod">
          <ac:chgData name="La, Trung Kien" userId="S::uas0015624@stud.fra-uas.de::a9b9c998-5aab-4e89-af6d-d527f5f74042" providerId="AD" clId="Web-{91896C77-A238-BDD0-3080-9753DCF1E304}" dt="2025-08-23T10:43:19.678" v="84" actId="1076"/>
          <ac:picMkLst>
            <pc:docMk/>
            <pc:sldMk cId="123882738" sldId="257"/>
            <ac:picMk id="8" creationId="{A7FC7613-B39A-D4E2-D008-D9B2BA9F1180}"/>
          </ac:picMkLst>
        </pc:picChg>
        <pc:picChg chg="mod">
          <ac:chgData name="La, Trung Kien" userId="S::uas0015624@stud.fra-uas.de::a9b9c998-5aab-4e89-af6d-d527f5f74042" providerId="AD" clId="Web-{91896C77-A238-BDD0-3080-9753DCF1E304}" dt="2025-08-23T10:46:04.551" v="92" actId="1076"/>
          <ac:picMkLst>
            <pc:docMk/>
            <pc:sldMk cId="123882738" sldId="257"/>
            <ac:picMk id="14" creationId="{79F503FB-4A52-1A9F-6CC9-C79CBBD9BF32}"/>
          </ac:picMkLst>
        </pc:picChg>
        <pc:cxnChg chg="add mod">
          <ac:chgData name="La, Trung Kien" userId="S::uas0015624@stud.fra-uas.de::a9b9c998-5aab-4e89-af6d-d527f5f74042" providerId="AD" clId="Web-{91896C77-A238-BDD0-3080-9753DCF1E304}" dt="2025-08-23T10:43:15.302" v="83" actId="1076"/>
          <ac:cxnSpMkLst>
            <pc:docMk/>
            <pc:sldMk cId="123882738" sldId="257"/>
            <ac:cxnSpMk id="15" creationId="{441606DD-962A-FD99-4A85-3A9F5D2C9272}"/>
          </ac:cxnSpMkLst>
        </pc:cxnChg>
        <pc:cxnChg chg="add mod">
          <ac:chgData name="La, Trung Kien" userId="S::uas0015624@stud.fra-uas.de::a9b9c998-5aab-4e89-af6d-d527f5f74042" providerId="AD" clId="Web-{91896C77-A238-BDD0-3080-9753DCF1E304}" dt="2025-08-23T10:44:52.478" v="91"/>
          <ac:cxnSpMkLst>
            <pc:docMk/>
            <pc:sldMk cId="123882738" sldId="257"/>
            <ac:cxnSpMk id="16" creationId="{8E5FDF2C-F02B-0725-BC14-310C5294E335}"/>
          </ac:cxnSpMkLst>
        </pc:cxnChg>
        <pc:cxnChg chg="mod">
          <ac:chgData name="La, Trung Kien" userId="S::uas0015624@stud.fra-uas.de::a9b9c998-5aab-4e89-af6d-d527f5f74042" providerId="AD" clId="Web-{91896C77-A238-BDD0-3080-9753DCF1E304}" dt="2025-08-23T10:42:37.926" v="81" actId="14100"/>
          <ac:cxnSpMkLst>
            <pc:docMk/>
            <pc:sldMk cId="123882738" sldId="257"/>
            <ac:cxnSpMk id="59" creationId="{E7E6883C-DB3C-E1BF-D382-C44673D5E39C}"/>
          </ac:cxnSpMkLst>
        </pc:cxnChg>
      </pc:sldChg>
    </pc:docChg>
  </pc:docChgLst>
  <pc:docChgLst>
    <pc:chgData name="La, Trung Kien" userId="S::uas0015624@stud.fra-uas.de::a9b9c998-5aab-4e89-af6d-d527f5f74042" providerId="AD" clId="Web-{F33CC7AB-E154-C95B-89F4-AFE146238E40}"/>
    <pc:docChg chg="modSld">
      <pc:chgData name="La, Trung Kien" userId="S::uas0015624@stud.fra-uas.de::a9b9c998-5aab-4e89-af6d-d527f5f74042" providerId="AD" clId="Web-{F33CC7AB-E154-C95B-89F4-AFE146238E40}" dt="2025-08-20T15:56:28.065" v="65" actId="20577"/>
      <pc:docMkLst>
        <pc:docMk/>
      </pc:docMkLst>
      <pc:sldChg chg="addSp modSp">
        <pc:chgData name="La, Trung Kien" userId="S::uas0015624@stud.fra-uas.de::a9b9c998-5aab-4e89-af6d-d527f5f74042" providerId="AD" clId="Web-{F33CC7AB-E154-C95B-89F4-AFE146238E40}" dt="2025-08-20T15:56:28.065" v="65" actId="20577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F33CC7AB-E154-C95B-89F4-AFE146238E40}" dt="2025-08-20T14:50:41.752" v="55" actId="20577"/>
          <ac:spMkLst>
            <pc:docMk/>
            <pc:sldMk cId="123882738" sldId="257"/>
            <ac:spMk id="3" creationId="{6267AA7F-6DFF-8827-73FC-9A7665A60043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4:50:09.984" v="44" actId="1076"/>
          <ac:spMkLst>
            <pc:docMk/>
            <pc:sldMk cId="123882738" sldId="257"/>
            <ac:spMk id="85" creationId="{B2863921-4AD7-2187-5169-B52887C5BB7C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4:49:57.483" v="43" actId="20577"/>
          <ac:spMkLst>
            <pc:docMk/>
            <pc:sldMk cId="123882738" sldId="257"/>
            <ac:spMk id="86" creationId="{C2D1C9D3-15D1-E5B4-37C9-DC88D0B7A2ED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3:17:37.841" v="9" actId="20577"/>
          <ac:spMkLst>
            <pc:docMk/>
            <pc:sldMk cId="123882738" sldId="257"/>
            <ac:spMk id="90" creationId="{43E92C48-8564-31B5-0335-EBECF33D63F6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5:56:28.065" v="65" actId="20577"/>
          <ac:spMkLst>
            <pc:docMk/>
            <pc:sldMk cId="123882738" sldId="257"/>
            <ac:spMk id="103" creationId="{BB884518-C736-E829-4178-CF9FF26239F7}"/>
          </ac:spMkLst>
        </pc:spChg>
        <pc:picChg chg="add mod">
          <ac:chgData name="La, Trung Kien" userId="S::uas0015624@stud.fra-uas.de::a9b9c998-5aab-4e89-af6d-d527f5f74042" providerId="AD" clId="Web-{F33CC7AB-E154-C95B-89F4-AFE146238E40}" dt="2025-08-20T14:50:51.174" v="57" actId="1076"/>
          <ac:picMkLst>
            <pc:docMk/>
            <pc:sldMk cId="123882738" sldId="257"/>
            <ac:picMk id="2" creationId="{A9CBCC19-C54E-5060-9D10-DC56A7CD1714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8:01.685" v="12" actId="1076"/>
          <ac:picMkLst>
            <pc:docMk/>
            <pc:sldMk cId="123882738" sldId="257"/>
            <ac:picMk id="72" creationId="{4072CEA9-0692-6817-5B1C-180EF110638E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7:58.904" v="11" actId="1076"/>
          <ac:picMkLst>
            <pc:docMk/>
            <pc:sldMk cId="123882738" sldId="257"/>
            <ac:picMk id="74" creationId="{7DA6E27B-8B08-43AB-ECC8-8B9CA312E519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8:05.013" v="14" actId="1076"/>
          <ac:picMkLst>
            <pc:docMk/>
            <pc:sldMk cId="123882738" sldId="257"/>
            <ac:picMk id="75" creationId="{2FA3A73D-8264-7740-3D88-D73E3F3AF308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7:49.216" v="10" actId="1076"/>
          <ac:picMkLst>
            <pc:docMk/>
            <pc:sldMk cId="123882738" sldId="257"/>
            <ac:picMk id="77" creationId="{F4F72DDA-D17F-93CD-7AEA-FD6255737A90}"/>
          </ac:picMkLst>
        </pc:picChg>
        <pc:cxnChg chg="mod">
          <ac:chgData name="La, Trung Kien" userId="S::uas0015624@stud.fra-uas.de::a9b9c998-5aab-4e89-af6d-d527f5f74042" providerId="AD" clId="Web-{F33CC7AB-E154-C95B-89F4-AFE146238E40}" dt="2025-08-20T13:19:44.736" v="25" actId="14100"/>
          <ac:cxnSpMkLst>
            <pc:docMk/>
            <pc:sldMk cId="123882738" sldId="257"/>
            <ac:cxnSpMk id="58" creationId="{05EC3169-D325-6AC8-75B7-FA0F9B673D7F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3:20:03.580" v="27" actId="1076"/>
          <ac:cxnSpMkLst>
            <pc:docMk/>
            <pc:sldMk cId="123882738" sldId="257"/>
            <ac:cxnSpMk id="60" creationId="{D50A15D9-7EB0-44F8-37FC-9DC604F58CBB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56:27.706" v="64" actId="14100"/>
          <ac:cxnSpMkLst>
            <pc:docMk/>
            <pc:sldMk cId="123882738" sldId="257"/>
            <ac:cxnSpMk id="79" creationId="{EE5955F2-0C89-7E1E-306E-3B5F71CAFC20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27:35.972" v="60" actId="1076"/>
          <ac:cxnSpMkLst>
            <pc:docMk/>
            <pc:sldMk cId="123882738" sldId="257"/>
            <ac:cxnSpMk id="96" creationId="{7ECD9DED-8324-55AC-554D-1298D880B0C4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27:58.787" v="61" actId="1076"/>
          <ac:cxnSpMkLst>
            <pc:docMk/>
            <pc:sldMk cId="123882738" sldId="257"/>
            <ac:cxnSpMk id="98" creationId="{E683F014-C597-0053-DA33-FCC2CC2B63E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97204-F71A-4EDF-CC15-8B35E55AC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F9275C5F-004C-B753-8FD6-12D41D41119A}"/>
              </a:ext>
            </a:extLst>
          </p:cNvPr>
          <p:cNvGrpSpPr/>
          <p:nvPr/>
        </p:nvGrpSpPr>
        <p:grpSpPr>
          <a:xfrm>
            <a:off x="2421647" y="775179"/>
            <a:ext cx="1100666" cy="206962"/>
            <a:chOff x="8513704" y="2991556"/>
            <a:chExt cx="1100666" cy="2069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E475A6FD-0CAB-393A-336F-2B01F65F34AC}"/>
                </a:ext>
              </a:extLst>
            </p:cNvPr>
            <p:cNvSpPr/>
            <p:nvPr/>
          </p:nvSpPr>
          <p:spPr>
            <a:xfrm>
              <a:off x="8513704" y="2991556"/>
              <a:ext cx="1100666" cy="206962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1946855-8BE3-754C-A46C-5665D3D72979}"/>
                </a:ext>
              </a:extLst>
            </p:cNvPr>
            <p:cNvSpPr/>
            <p:nvPr/>
          </p:nvSpPr>
          <p:spPr>
            <a:xfrm>
              <a:off x="8598370" y="3029184"/>
              <a:ext cx="122296" cy="131703"/>
            </a:xfrm>
            <a:prstGeom prst="ellips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220DE000-F03F-B014-E8EF-04E29757669E}"/>
                </a:ext>
              </a:extLst>
            </p:cNvPr>
            <p:cNvSpPr/>
            <p:nvPr/>
          </p:nvSpPr>
          <p:spPr>
            <a:xfrm>
              <a:off x="9407407" y="3029184"/>
              <a:ext cx="122296" cy="131703"/>
            </a:xfrm>
            <a:prstGeom prst="ellips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4912EF3A-4CD9-08B4-FD53-06F753A4BC85}"/>
              </a:ext>
            </a:extLst>
          </p:cNvPr>
          <p:cNvSpPr txBox="1"/>
          <p:nvPr/>
        </p:nvSpPr>
        <p:spPr>
          <a:xfrm>
            <a:off x="2127840" y="932411"/>
            <a:ext cx="170205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US" sz="1200" noProof="0" dirty="0"/>
            </a:br>
            <a:r>
              <a:rPr lang="en-US" sz="1200" noProof="0" dirty="0"/>
              <a:t>Depth Camera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D821B99F-A7CC-79E9-BD32-CCB2794EBC35}"/>
              </a:ext>
            </a:extLst>
          </p:cNvPr>
          <p:cNvSpPr/>
          <p:nvPr/>
        </p:nvSpPr>
        <p:spPr>
          <a:xfrm>
            <a:off x="2309201" y="2471754"/>
            <a:ext cx="1330625" cy="1039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  <a:p>
            <a:pPr algn="ctr"/>
            <a:r>
              <a:rPr lang="en-US" noProof="0" dirty="0"/>
              <a:t>YOLO</a:t>
            </a:r>
          </a:p>
          <a:p>
            <a:pPr algn="ctr"/>
            <a:r>
              <a:rPr lang="en-US" sz="1200" noProof="0" dirty="0"/>
              <a:t>What and where is the object in the image plane?</a:t>
            </a:r>
          </a:p>
          <a:p>
            <a:pPr algn="ctr"/>
            <a:endParaRPr lang="en-US" noProof="0" dirty="0"/>
          </a:p>
        </p:txBody>
      </p:sp>
      <p:pic>
        <p:nvPicPr>
          <p:cNvPr id="3" name="Grafik 2" descr="Künstliche Intelligenz mit einfarbiger Füllung">
            <a:extLst>
              <a:ext uri="{FF2B5EF4-FFF2-40B4-BE49-F238E27FC236}">
                <a16:creationId xmlns:a16="http://schemas.microsoft.com/office/drawing/2014/main" id="{6BAD662A-CA97-3959-527A-4E33693E9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0318" y="943382"/>
            <a:ext cx="914400" cy="914400"/>
          </a:xfrm>
          <a:prstGeom prst="rect">
            <a:avLst/>
          </a:prstGeom>
        </p:spPr>
      </p:pic>
      <p:pic>
        <p:nvPicPr>
          <p:cNvPr id="7" name="Grafik 6" descr="Gehirn im Kopf mit einfarbiger Füllung">
            <a:extLst>
              <a:ext uri="{FF2B5EF4-FFF2-40B4-BE49-F238E27FC236}">
                <a16:creationId xmlns:a16="http://schemas.microsoft.com/office/drawing/2014/main" id="{19006F51-81DF-66F9-C7E5-69BBD90C51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439" y="618099"/>
            <a:ext cx="914400" cy="914400"/>
          </a:xfrm>
          <a:prstGeom prst="rect">
            <a:avLst/>
          </a:prstGeom>
        </p:spPr>
      </p:pic>
      <p:sp>
        <p:nvSpPr>
          <p:cNvPr id="26" name="TextBox 92">
            <a:extLst>
              <a:ext uri="{FF2B5EF4-FFF2-40B4-BE49-F238E27FC236}">
                <a16:creationId xmlns:a16="http://schemas.microsoft.com/office/drawing/2014/main" id="{3E922A06-8A4B-8806-58D8-C4E22DD76004}"/>
              </a:ext>
            </a:extLst>
          </p:cNvPr>
          <p:cNvSpPr txBox="1"/>
          <p:nvPr/>
        </p:nvSpPr>
        <p:spPr>
          <a:xfrm>
            <a:off x="7402638" y="547231"/>
            <a:ext cx="248976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noProof="0" dirty="0"/>
              <a:t>LLM/VLM answer </a:t>
            </a:r>
            <a:br>
              <a:rPr lang="en-US" sz="1200" noProof="0" dirty="0"/>
            </a:br>
            <a:endParaRPr lang="en-US" sz="1200" noProof="0" dirty="0"/>
          </a:p>
        </p:txBody>
      </p:sp>
      <p:sp>
        <p:nvSpPr>
          <p:cNvPr id="28" name="TextBox 92">
            <a:extLst>
              <a:ext uri="{FF2B5EF4-FFF2-40B4-BE49-F238E27FC236}">
                <a16:creationId xmlns:a16="http://schemas.microsoft.com/office/drawing/2014/main" id="{BADC9603-D9CC-C92C-3514-A87AC6A0477B}"/>
              </a:ext>
            </a:extLst>
          </p:cNvPr>
          <p:cNvSpPr txBox="1"/>
          <p:nvPr/>
        </p:nvSpPr>
        <p:spPr>
          <a:xfrm>
            <a:off x="1181437" y="1458772"/>
            <a:ext cx="80433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noProof="0" dirty="0"/>
              <a:t>GUI</a:t>
            </a:r>
          </a:p>
        </p:txBody>
      </p:sp>
      <p:sp>
        <p:nvSpPr>
          <p:cNvPr id="29" name="TextBox 92">
            <a:extLst>
              <a:ext uri="{FF2B5EF4-FFF2-40B4-BE49-F238E27FC236}">
                <a16:creationId xmlns:a16="http://schemas.microsoft.com/office/drawing/2014/main" id="{4493AC30-8DDF-953D-4215-B740BB3F620C}"/>
              </a:ext>
            </a:extLst>
          </p:cNvPr>
          <p:cNvSpPr txBox="1"/>
          <p:nvPr/>
        </p:nvSpPr>
        <p:spPr>
          <a:xfrm>
            <a:off x="-49205" y="1662044"/>
            <a:ext cx="1471600" cy="24929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noProof="0" dirty="0"/>
              <a:t>Possible user input: 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1"/>
                </a:solidFill>
              </a:rPr>
              <a:t>“Analyze the    scene!”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2"/>
                </a:solidFill>
              </a:rPr>
              <a:t>“Drive to</a:t>
            </a:r>
            <a:r>
              <a:rPr lang="en-US" sz="1200" dirty="0">
                <a:solidFill>
                  <a:schemeClr val="accent2"/>
                </a:solidFill>
              </a:rPr>
              <a:t> </a:t>
            </a:r>
            <a:r>
              <a:rPr lang="en-US" sz="1200" noProof="0" dirty="0">
                <a:solidFill>
                  <a:schemeClr val="accent2"/>
                </a:solidFill>
              </a:rPr>
              <a:t>object ABC!”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6"/>
                </a:solidFill>
              </a:rPr>
              <a:t>“What is your current motor temperature?”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5"/>
                </a:solidFill>
              </a:rPr>
              <a:t>“Can you explain how to use your system?”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92">
                <a:extLst>
                  <a:ext uri="{FF2B5EF4-FFF2-40B4-BE49-F238E27FC236}">
                    <a16:creationId xmlns:a16="http://schemas.microsoft.com/office/drawing/2014/main" id="{85C73D6A-7E95-6B7F-617D-4989B264950E}"/>
                  </a:ext>
                </a:extLst>
              </p:cNvPr>
              <p:cNvSpPr txBox="1"/>
              <p:nvPr/>
            </p:nvSpPr>
            <p:spPr>
              <a:xfrm>
                <a:off x="2107538" y="316398"/>
                <a:ext cx="1676111" cy="461665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sz="1200" noProof="0" dirty="0"/>
                  <a:t>How far is the object </a:t>
                </a:r>
                <a:br>
                  <a:rPr lang="en-US" sz="1200" noProof="0" dirty="0"/>
                </a:br>
                <a:r>
                  <a:rPr lang="en-US" sz="1200" noProof="0" dirty="0"/>
                  <a:t>(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1200" noProof="0" dirty="0"/>
                  <a:t>-distance)?</a:t>
                </a:r>
              </a:p>
            </p:txBody>
          </p:sp>
        </mc:Choice>
        <mc:Fallback xmlns="">
          <p:sp>
            <p:nvSpPr>
              <p:cNvPr id="30" name="TextBox 92">
                <a:extLst>
                  <a:ext uri="{FF2B5EF4-FFF2-40B4-BE49-F238E27FC236}">
                    <a16:creationId xmlns:a16="http://schemas.microsoft.com/office/drawing/2014/main" id="{85C73D6A-7E95-6B7F-617D-4989B2649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538" y="316398"/>
                <a:ext cx="1676111" cy="461665"/>
              </a:xfrm>
              <a:prstGeom prst="rect">
                <a:avLst/>
              </a:prstGeom>
              <a:blipFill>
                <a:blip r:embed="rId6"/>
                <a:stretch>
                  <a:fillRect t="-1316" b="-92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01C319C6-E969-B727-66A3-2218C15AF1B6}"/>
              </a:ext>
            </a:extLst>
          </p:cNvPr>
          <p:cNvSpPr/>
          <p:nvPr/>
        </p:nvSpPr>
        <p:spPr>
          <a:xfrm>
            <a:off x="2029558" y="273889"/>
            <a:ext cx="1857537" cy="337851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5" name="TextBox 92">
            <a:extLst>
              <a:ext uri="{FF2B5EF4-FFF2-40B4-BE49-F238E27FC236}">
                <a16:creationId xmlns:a16="http://schemas.microsoft.com/office/drawing/2014/main" id="{66059CD8-1532-9A33-3188-F80DFC37A970}"/>
              </a:ext>
            </a:extLst>
          </p:cNvPr>
          <p:cNvSpPr txBox="1"/>
          <p:nvPr/>
        </p:nvSpPr>
        <p:spPr>
          <a:xfrm>
            <a:off x="-359734" y="0"/>
            <a:ext cx="16761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Human</a:t>
            </a:r>
          </a:p>
        </p:txBody>
      </p:sp>
      <p:sp>
        <p:nvSpPr>
          <p:cNvPr id="8" name="TextBox 92">
            <a:extLst>
              <a:ext uri="{FF2B5EF4-FFF2-40B4-BE49-F238E27FC236}">
                <a16:creationId xmlns:a16="http://schemas.microsoft.com/office/drawing/2014/main" id="{F8E365B0-9B32-B7E4-13DF-93690B5BFC51}"/>
              </a:ext>
            </a:extLst>
          </p:cNvPr>
          <p:cNvSpPr txBox="1"/>
          <p:nvPr/>
        </p:nvSpPr>
        <p:spPr>
          <a:xfrm>
            <a:off x="1658622" y="-32996"/>
            <a:ext cx="25564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Object detection and localization</a:t>
            </a:r>
          </a:p>
        </p:txBody>
      </p:sp>
      <p:pic>
        <p:nvPicPr>
          <p:cNvPr id="12" name="Grafik 11" descr="Chat Silhouette">
            <a:extLst>
              <a:ext uri="{FF2B5EF4-FFF2-40B4-BE49-F238E27FC236}">
                <a16:creationId xmlns:a16="http://schemas.microsoft.com/office/drawing/2014/main" id="{B9B0C987-16BF-20BC-29EE-E31A1F64D4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7861" y="721463"/>
            <a:ext cx="914400" cy="914400"/>
          </a:xfrm>
          <a:prstGeom prst="rect">
            <a:avLst/>
          </a:prstGeom>
        </p:spPr>
      </p:pic>
      <p:sp>
        <p:nvSpPr>
          <p:cNvPr id="13" name="Sprechblase: rechteckig 12">
            <a:extLst>
              <a:ext uri="{FF2B5EF4-FFF2-40B4-BE49-F238E27FC236}">
                <a16:creationId xmlns:a16="http://schemas.microsoft.com/office/drawing/2014/main" id="{2B642F09-FD3C-3BEA-E1FA-36A811CEA4F4}"/>
              </a:ext>
            </a:extLst>
          </p:cNvPr>
          <p:cNvSpPr/>
          <p:nvPr/>
        </p:nvSpPr>
        <p:spPr>
          <a:xfrm>
            <a:off x="9507363" y="273888"/>
            <a:ext cx="2651999" cy="1840117"/>
          </a:xfrm>
          <a:prstGeom prst="wedgeRectCallout">
            <a:avLst>
              <a:gd name="adj1" fmla="val -71425"/>
              <a:gd name="adj2" fmla="val 23013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noProof="0" dirty="0">
                <a:solidFill>
                  <a:schemeClr val="accent1"/>
                </a:solidFill>
              </a:rPr>
              <a:t>a. “There is a car in front of you, 5 meters away.”</a:t>
            </a:r>
          </a:p>
          <a:p>
            <a:r>
              <a:rPr lang="en-US" sz="1200" noProof="0" dirty="0">
                <a:solidFill>
                  <a:schemeClr val="accent5"/>
                </a:solidFill>
              </a:rPr>
              <a:t>d. “Sure, you can give me voice commands to analyze the scene for a blind person, for example, or you can tell me a navigation destination in my field of vision that I should drive to,</a:t>
            </a:r>
            <a:r>
              <a:rPr lang="en-US" sz="1200" dirty="0">
                <a:solidFill>
                  <a:schemeClr val="accent5"/>
                </a:solidFill>
              </a:rPr>
              <a:t> or I can follow any recognized object by YOLO!</a:t>
            </a:r>
            <a:r>
              <a:rPr lang="en-US" sz="1200" noProof="0" dirty="0">
                <a:solidFill>
                  <a:schemeClr val="accent5"/>
                </a:solidFill>
              </a:rPr>
              <a:t>”</a:t>
            </a:r>
          </a:p>
        </p:txBody>
      </p:sp>
      <p:sp>
        <p:nvSpPr>
          <p:cNvPr id="16" name="TextBox 92">
            <a:extLst>
              <a:ext uri="{FF2B5EF4-FFF2-40B4-BE49-F238E27FC236}">
                <a16:creationId xmlns:a16="http://schemas.microsoft.com/office/drawing/2014/main" id="{BF3BDE9D-39AD-FB9E-2DDD-5EFE3F8A04D4}"/>
              </a:ext>
            </a:extLst>
          </p:cNvPr>
          <p:cNvSpPr txBox="1"/>
          <p:nvPr/>
        </p:nvSpPr>
        <p:spPr>
          <a:xfrm>
            <a:off x="7402637" y="2227905"/>
            <a:ext cx="248976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noProof="0" dirty="0"/>
              <a:t>Rule-based answer and action</a:t>
            </a:r>
            <a:br>
              <a:rPr lang="en-US" sz="1200" noProof="0" dirty="0"/>
            </a:br>
            <a:endParaRPr lang="en-US" sz="1200" noProof="0" dirty="0"/>
          </a:p>
        </p:txBody>
      </p:sp>
      <p:sp>
        <p:nvSpPr>
          <p:cNvPr id="17" name="TextBox 92">
            <a:extLst>
              <a:ext uri="{FF2B5EF4-FFF2-40B4-BE49-F238E27FC236}">
                <a16:creationId xmlns:a16="http://schemas.microsoft.com/office/drawing/2014/main" id="{525A790D-296D-0695-7B76-363285D15B7B}"/>
              </a:ext>
            </a:extLst>
          </p:cNvPr>
          <p:cNvSpPr txBox="1"/>
          <p:nvPr/>
        </p:nvSpPr>
        <p:spPr>
          <a:xfrm>
            <a:off x="7369312" y="0"/>
            <a:ext cx="25564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Hybrid voice assistant (TTS: VITS)</a:t>
            </a:r>
          </a:p>
        </p:txBody>
      </p:sp>
      <p:sp>
        <p:nvSpPr>
          <p:cNvPr id="18" name="Sprechblase: oval 17">
            <a:extLst>
              <a:ext uri="{FF2B5EF4-FFF2-40B4-BE49-F238E27FC236}">
                <a16:creationId xmlns:a16="http://schemas.microsoft.com/office/drawing/2014/main" id="{4C0BCE2F-AD65-2A70-923B-3824F3C0C33E}"/>
              </a:ext>
            </a:extLst>
          </p:cNvPr>
          <p:cNvSpPr/>
          <p:nvPr/>
        </p:nvSpPr>
        <p:spPr>
          <a:xfrm>
            <a:off x="9507362" y="2283338"/>
            <a:ext cx="2651999" cy="1557040"/>
          </a:xfrm>
          <a:prstGeom prst="wedgeEllipseCallout">
            <a:avLst>
              <a:gd name="adj1" fmla="val -60308"/>
              <a:gd name="adj2" fmla="val -528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>
                <a:solidFill>
                  <a:schemeClr val="accent2"/>
                </a:solidFill>
              </a:rPr>
              <a:t>b. “I will drive to object ABC.... Destination reached!”</a:t>
            </a:r>
          </a:p>
          <a:p>
            <a:pPr algn="ctr"/>
            <a:r>
              <a:rPr lang="en-US" sz="1200" noProof="0" dirty="0">
                <a:solidFill>
                  <a:schemeClr val="accent6"/>
                </a:solidFill>
              </a:rPr>
              <a:t>c. “My left motor temperature is 25 °C and my right motor temperature is 26 °C.”</a:t>
            </a:r>
          </a:p>
        </p:txBody>
      </p:sp>
      <p:sp>
        <p:nvSpPr>
          <p:cNvPr id="19" name="Geschweifte Klammer rechts 18">
            <a:extLst>
              <a:ext uri="{FF2B5EF4-FFF2-40B4-BE49-F238E27FC236}">
                <a16:creationId xmlns:a16="http://schemas.microsoft.com/office/drawing/2014/main" id="{697138CF-01EC-0CD0-E73C-020B6B7F0778}"/>
              </a:ext>
            </a:extLst>
          </p:cNvPr>
          <p:cNvSpPr/>
          <p:nvPr/>
        </p:nvSpPr>
        <p:spPr>
          <a:xfrm>
            <a:off x="3753385" y="826895"/>
            <a:ext cx="1081159" cy="2202055"/>
          </a:xfrm>
          <a:prstGeom prst="rightBrace">
            <a:avLst>
              <a:gd name="adj1" fmla="val 8333"/>
              <a:gd name="adj2" fmla="val 52699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" name="TextBox 92">
            <a:extLst>
              <a:ext uri="{FF2B5EF4-FFF2-40B4-BE49-F238E27FC236}">
                <a16:creationId xmlns:a16="http://schemas.microsoft.com/office/drawing/2014/main" id="{C2A1BFD3-BC29-A136-3211-B47DEA51B4C6}"/>
              </a:ext>
            </a:extLst>
          </p:cNvPr>
          <p:cNvSpPr txBox="1"/>
          <p:nvPr/>
        </p:nvSpPr>
        <p:spPr>
          <a:xfrm>
            <a:off x="4600276" y="0"/>
            <a:ext cx="25564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Intent analyzer</a:t>
            </a:r>
          </a:p>
        </p:txBody>
      </p:sp>
      <p:sp>
        <p:nvSpPr>
          <p:cNvPr id="33" name="Flussdiagramm: Verzweigung 32">
            <a:extLst>
              <a:ext uri="{FF2B5EF4-FFF2-40B4-BE49-F238E27FC236}">
                <a16:creationId xmlns:a16="http://schemas.microsoft.com/office/drawing/2014/main" id="{7C2651B6-C66A-84E6-05C0-FEB4D4986214}"/>
              </a:ext>
            </a:extLst>
          </p:cNvPr>
          <p:cNvSpPr/>
          <p:nvPr/>
        </p:nvSpPr>
        <p:spPr>
          <a:xfrm>
            <a:off x="4848054" y="1405139"/>
            <a:ext cx="1178847" cy="1159696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>
                <a:solidFill>
                  <a:schemeClr val="tx1"/>
                </a:solidFill>
              </a:rPr>
              <a:t>Intent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F396832B-2C26-AEA6-A396-6940AD16260B}"/>
              </a:ext>
            </a:extLst>
          </p:cNvPr>
          <p:cNvCxnSpPr>
            <a:cxnSpLocks/>
          </p:cNvCxnSpPr>
          <p:nvPr/>
        </p:nvCxnSpPr>
        <p:spPr>
          <a:xfrm flipV="1">
            <a:off x="5762625" y="1400582"/>
            <a:ext cx="2511425" cy="32493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21DD32A-2327-A94C-89CD-22A53BB38BA9}"/>
              </a:ext>
            </a:extLst>
          </p:cNvPr>
          <p:cNvCxnSpPr>
            <a:cxnSpLocks/>
          </p:cNvCxnSpPr>
          <p:nvPr/>
        </p:nvCxnSpPr>
        <p:spPr>
          <a:xfrm>
            <a:off x="5721350" y="2289191"/>
            <a:ext cx="2468968" cy="60322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991F869B-CF71-74EA-8D4E-CA8832B2DA38}"/>
              </a:ext>
            </a:extLst>
          </p:cNvPr>
          <p:cNvSpPr txBox="1"/>
          <p:nvPr/>
        </p:nvSpPr>
        <p:spPr>
          <a:xfrm>
            <a:off x="6275592" y="1328943"/>
            <a:ext cx="7713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</a:rPr>
              <a:t>AI request 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86B19309-1E84-7BF8-6CEF-ABB5F80C535E}"/>
              </a:ext>
            </a:extLst>
          </p:cNvPr>
          <p:cNvSpPr txBox="1"/>
          <p:nvPr/>
        </p:nvSpPr>
        <p:spPr>
          <a:xfrm>
            <a:off x="5771559" y="2644258"/>
            <a:ext cx="17395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noProof="0" dirty="0">
                <a:solidFill>
                  <a:schemeClr val="accent2"/>
                </a:solidFill>
              </a:rPr>
              <a:t>Direct navigation command </a:t>
            </a:r>
            <a:br>
              <a:rPr lang="en-US" sz="1000" noProof="0" dirty="0"/>
            </a:br>
            <a:r>
              <a:rPr lang="en-US" sz="1000" b="1" noProof="0" dirty="0"/>
              <a:t>or</a:t>
            </a:r>
            <a:r>
              <a:rPr lang="en-US" sz="1000" noProof="0" dirty="0"/>
              <a:t> </a:t>
            </a:r>
            <a:br>
              <a:rPr lang="en-US" sz="1000" noProof="0" dirty="0"/>
            </a:br>
            <a:r>
              <a:rPr lang="en-US" sz="1000" noProof="0" dirty="0">
                <a:solidFill>
                  <a:schemeClr val="accent6"/>
                </a:solidFill>
              </a:rPr>
              <a:t>system status query?</a:t>
            </a:r>
          </a:p>
        </p:txBody>
      </p:sp>
      <p:pic>
        <p:nvPicPr>
          <p:cNvPr id="46" name="Grafik 45" descr="Ein Bild, das Entwurf, Zeichnung, Handschrift, Kunst enthält.&#10;&#10;KI-generierte Inhalte können fehlerhaft sein.">
            <a:extLst>
              <a:ext uri="{FF2B5EF4-FFF2-40B4-BE49-F238E27FC236}">
                <a16:creationId xmlns:a16="http://schemas.microsoft.com/office/drawing/2014/main" id="{14FC6C09-2B06-513E-ECF1-1CA4A2F42A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0628" y="4827643"/>
            <a:ext cx="3888180" cy="1925793"/>
          </a:xfrm>
          <a:prstGeom prst="rect">
            <a:avLst/>
          </a:prstGeom>
        </p:spPr>
      </p:pic>
      <p:pic>
        <p:nvPicPr>
          <p:cNvPr id="49" name="Grafik 48" descr="Ein Bild, das Schrift, Logo, Grafiken, Symbol enthält.&#10;&#10;KI-generierte Inhalte können fehlerhaft sein.">
            <a:extLst>
              <a:ext uri="{FF2B5EF4-FFF2-40B4-BE49-F238E27FC236}">
                <a16:creationId xmlns:a16="http://schemas.microsoft.com/office/drawing/2014/main" id="{78833A89-BECD-9C82-EBE6-9E5426EEFD9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2768" y="4600720"/>
            <a:ext cx="1871056" cy="433385"/>
          </a:xfrm>
          <a:prstGeom prst="rect">
            <a:avLst/>
          </a:prstGeom>
        </p:spPr>
      </p:pic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C6A0DCB3-B4B7-AD78-D132-8569E859B219}"/>
              </a:ext>
            </a:extLst>
          </p:cNvPr>
          <p:cNvCxnSpPr>
            <a:cxnSpLocks/>
          </p:cNvCxnSpPr>
          <p:nvPr/>
        </p:nvCxnSpPr>
        <p:spPr>
          <a:xfrm>
            <a:off x="8442215" y="3378279"/>
            <a:ext cx="8523" cy="1166465"/>
          </a:xfrm>
          <a:prstGeom prst="straightConnector1">
            <a:avLst/>
          </a:prstGeom>
          <a:ln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7D0D3AE-3D18-86F6-809A-CF49AE4FE1E0}"/>
              </a:ext>
            </a:extLst>
          </p:cNvPr>
          <p:cNvCxnSpPr>
            <a:cxnSpLocks/>
          </p:cNvCxnSpPr>
          <p:nvPr/>
        </p:nvCxnSpPr>
        <p:spPr>
          <a:xfrm>
            <a:off x="8843376" y="3378280"/>
            <a:ext cx="13901" cy="1166465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92">
            <a:extLst>
              <a:ext uri="{FF2B5EF4-FFF2-40B4-BE49-F238E27FC236}">
                <a16:creationId xmlns:a16="http://schemas.microsoft.com/office/drawing/2014/main" id="{5768F72A-941D-C93E-6B22-23D2FEDBFAD2}"/>
              </a:ext>
            </a:extLst>
          </p:cNvPr>
          <p:cNvSpPr txBox="1"/>
          <p:nvPr/>
        </p:nvSpPr>
        <p:spPr>
          <a:xfrm>
            <a:off x="9096194" y="4009712"/>
            <a:ext cx="255641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000" dirty="0"/>
              <a:t>Write and subscribe to ROS2 topics to drive or query status</a:t>
            </a:r>
            <a:endParaRPr lang="en-US" sz="1000" noProof="0" dirty="0"/>
          </a:p>
        </p:txBody>
      </p:sp>
      <p:sp>
        <p:nvSpPr>
          <p:cNvPr id="64" name="Additionszeichen 63">
            <a:extLst>
              <a:ext uri="{FF2B5EF4-FFF2-40B4-BE49-F238E27FC236}">
                <a16:creationId xmlns:a16="http://schemas.microsoft.com/office/drawing/2014/main" id="{EB7C1841-26B7-123C-D187-DC76A6DB50F5}"/>
              </a:ext>
            </a:extLst>
          </p:cNvPr>
          <p:cNvSpPr/>
          <p:nvPr/>
        </p:nvSpPr>
        <p:spPr>
          <a:xfrm>
            <a:off x="2684637" y="1592169"/>
            <a:ext cx="558181" cy="584520"/>
          </a:xfrm>
          <a:prstGeom prst="mathPlus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Screenshot, Text, Multimedia-Software, Grafiksoftware enthält.&#10;&#10;KI-generierte Inhalte können fehlerhaft sein.">
            <a:extLst>
              <a:ext uri="{FF2B5EF4-FFF2-40B4-BE49-F238E27FC236}">
                <a16:creationId xmlns:a16="http://schemas.microsoft.com/office/drawing/2014/main" id="{E2D1C7C5-BB37-449E-EE08-19653E5C89F9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192" y="3829051"/>
            <a:ext cx="5316255" cy="2991562"/>
          </a:xfrm>
          <a:prstGeom prst="rect">
            <a:avLst/>
          </a:prstGeom>
        </p:spPr>
      </p:pic>
      <p:pic>
        <p:nvPicPr>
          <p:cNvPr id="37" name="Grafik 36" descr="Ein Bild, das Küchenutensilien, Design, Schwarzweiß enthält.&#10;&#10;KI-generierte Inhalte können fehlerhaft sein.">
            <a:extLst>
              <a:ext uri="{FF2B5EF4-FFF2-40B4-BE49-F238E27FC236}">
                <a16:creationId xmlns:a16="http://schemas.microsoft.com/office/drawing/2014/main" id="{30E1B45F-077D-51D3-9C89-AE311E2758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08855" y="2420182"/>
            <a:ext cx="983570" cy="944466"/>
          </a:xfrm>
          <a:prstGeom prst="rect">
            <a:avLst/>
          </a:prstGeom>
        </p:spPr>
      </p:pic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178AB4EF-ED65-7180-CD2C-54647BAECBF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5493" y="2576583"/>
            <a:ext cx="2253886" cy="251047"/>
          </a:xfrm>
          <a:prstGeom prst="bentConnector3">
            <a:avLst>
              <a:gd name="adj1" fmla="val 26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92">
            <a:extLst>
              <a:ext uri="{FF2B5EF4-FFF2-40B4-BE49-F238E27FC236}">
                <a16:creationId xmlns:a16="http://schemas.microsoft.com/office/drawing/2014/main" id="{4EEA2185-2E61-472B-6068-180910F67FDC}"/>
              </a:ext>
            </a:extLst>
          </p:cNvPr>
          <p:cNvSpPr txBox="1"/>
          <p:nvPr/>
        </p:nvSpPr>
        <p:spPr>
          <a:xfrm>
            <a:off x="1195017" y="276999"/>
            <a:ext cx="88326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noProof="0" dirty="0"/>
              <a:t>Faster-Whisper (STT) </a:t>
            </a:r>
          </a:p>
        </p:txBody>
      </p:sp>
      <p:sp>
        <p:nvSpPr>
          <p:cNvPr id="14" name="Pfeil: Fünfeck 13">
            <a:extLst>
              <a:ext uri="{FF2B5EF4-FFF2-40B4-BE49-F238E27FC236}">
                <a16:creationId xmlns:a16="http://schemas.microsoft.com/office/drawing/2014/main" id="{651BDDBE-DF3A-704D-A42B-284378D125A2}"/>
              </a:ext>
            </a:extLst>
          </p:cNvPr>
          <p:cNvSpPr/>
          <p:nvPr/>
        </p:nvSpPr>
        <p:spPr>
          <a:xfrm>
            <a:off x="0" y="3364648"/>
            <a:ext cx="1422395" cy="715739"/>
          </a:xfrm>
          <a:prstGeom prst="homePlate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EA5F9F84-D0FC-119B-0A71-E45358E8B6A5}"/>
              </a:ext>
            </a:extLst>
          </p:cNvPr>
          <p:cNvCxnSpPr>
            <a:stCxn id="14" idx="3"/>
            <a:endCxn id="33" idx="1"/>
          </p:cNvCxnSpPr>
          <p:nvPr/>
        </p:nvCxnSpPr>
        <p:spPr>
          <a:xfrm flipV="1">
            <a:off x="1422395" y="1984987"/>
            <a:ext cx="3425659" cy="1737531"/>
          </a:xfrm>
          <a:prstGeom prst="bentConnector3">
            <a:avLst>
              <a:gd name="adj1" fmla="val 99941"/>
            </a:avLst>
          </a:prstGeom>
          <a:ln w="19050" cap="flat" cmpd="sng" algn="ctr">
            <a:solidFill>
              <a:schemeClr val="accent5"/>
            </a:solidFill>
            <a:prstDash val="lgDashDot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DFBB3D3-1DED-BB27-CFAE-8F7EFE184FC7}"/>
              </a:ext>
            </a:extLst>
          </p:cNvPr>
          <p:cNvSpPr txBox="1"/>
          <p:nvPr/>
        </p:nvSpPr>
        <p:spPr>
          <a:xfrm>
            <a:off x="4834544" y="3291904"/>
            <a:ext cx="14045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noProof="0" dirty="0">
                <a:solidFill>
                  <a:schemeClr val="accent5"/>
                </a:solidFill>
              </a:rPr>
              <a:t>Conversation request </a:t>
            </a:r>
            <a:br>
              <a:rPr lang="en-US" sz="1000" noProof="0" dirty="0">
                <a:solidFill>
                  <a:schemeClr val="accent5"/>
                </a:solidFill>
              </a:rPr>
            </a:br>
            <a:r>
              <a:rPr lang="en-US" sz="1000" noProof="0" dirty="0">
                <a:solidFill>
                  <a:schemeClr val="accent5"/>
                </a:solidFill>
              </a:rPr>
              <a:t>skips object detection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B3733A8-745E-C5A8-A2F5-3862534B708D}"/>
              </a:ext>
            </a:extLst>
          </p:cNvPr>
          <p:cNvCxnSpPr/>
          <p:nvPr/>
        </p:nvCxnSpPr>
        <p:spPr>
          <a:xfrm flipV="1">
            <a:off x="5917463" y="1542614"/>
            <a:ext cx="2395569" cy="321381"/>
          </a:xfrm>
          <a:prstGeom prst="straightConnector1">
            <a:avLst/>
          </a:prstGeom>
          <a:ln>
            <a:prstDash val="lgDashDot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3BF39E1F-09D5-518D-E07B-E8EA0B9B0DD4}"/>
              </a:ext>
            </a:extLst>
          </p:cNvPr>
          <p:cNvSpPr txBox="1"/>
          <p:nvPr/>
        </p:nvSpPr>
        <p:spPr>
          <a:xfrm>
            <a:off x="6498292" y="1764468"/>
            <a:ext cx="12779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i</a:t>
            </a:r>
            <a:r>
              <a:rPr lang="en-US" sz="1000" noProof="0" dirty="0">
                <a:solidFill>
                  <a:schemeClr val="accent5"/>
                </a:solidFill>
              </a:rPr>
              <a:t>s always AI request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B88F72E0-54C9-F813-7DA7-2F92E063DBF3}"/>
              </a:ext>
            </a:extLst>
          </p:cNvPr>
          <p:cNvCxnSpPr>
            <a:cxnSpLocks/>
          </p:cNvCxnSpPr>
          <p:nvPr/>
        </p:nvCxnSpPr>
        <p:spPr>
          <a:xfrm>
            <a:off x="5904678" y="2124812"/>
            <a:ext cx="2316192" cy="57448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4386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225</Words>
  <Application>Microsoft Office PowerPoint</Application>
  <PresentationFormat>Breitbild</PresentationFormat>
  <Paragraphs>28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TK La</cp:lastModifiedBy>
  <cp:revision>27</cp:revision>
  <dcterms:created xsi:type="dcterms:W3CDTF">2025-08-19T13:51:37Z</dcterms:created>
  <dcterms:modified xsi:type="dcterms:W3CDTF">2026-01-28T17:12:06Z</dcterms:modified>
</cp:coreProperties>
</file>